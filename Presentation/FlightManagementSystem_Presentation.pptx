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4"/>
  </p:sldMasterIdLst>
  <p:notesMasterIdLst>
    <p:notesMasterId r:id="rId42"/>
  </p:notesMasterIdLst>
  <p:sldIdLst>
    <p:sldId id="256" r:id="rId5"/>
    <p:sldId id="259" r:id="rId6"/>
    <p:sldId id="258" r:id="rId7"/>
    <p:sldId id="260" r:id="rId8"/>
    <p:sldId id="262" r:id="rId9"/>
    <p:sldId id="311" r:id="rId10"/>
    <p:sldId id="261" r:id="rId11"/>
    <p:sldId id="313" r:id="rId12"/>
    <p:sldId id="312" r:id="rId13"/>
    <p:sldId id="314" r:id="rId14"/>
    <p:sldId id="272" r:id="rId15"/>
    <p:sldId id="315" r:id="rId16"/>
    <p:sldId id="316" r:id="rId17"/>
    <p:sldId id="317" r:id="rId18"/>
    <p:sldId id="318" r:id="rId19"/>
    <p:sldId id="319" r:id="rId20"/>
    <p:sldId id="320" r:id="rId21"/>
    <p:sldId id="323" r:id="rId22"/>
    <p:sldId id="322" r:id="rId23"/>
    <p:sldId id="324" r:id="rId24"/>
    <p:sldId id="325" r:id="rId25"/>
    <p:sldId id="327" r:id="rId26"/>
    <p:sldId id="328" r:id="rId27"/>
    <p:sldId id="329" r:id="rId28"/>
    <p:sldId id="332" r:id="rId29"/>
    <p:sldId id="356" r:id="rId30"/>
    <p:sldId id="355" r:id="rId31"/>
    <p:sldId id="333" r:id="rId32"/>
    <p:sldId id="336" r:id="rId33"/>
    <p:sldId id="338" r:id="rId34"/>
    <p:sldId id="339" r:id="rId35"/>
    <p:sldId id="340" r:id="rId36"/>
    <p:sldId id="341" r:id="rId37"/>
    <p:sldId id="342" r:id="rId38"/>
    <p:sldId id="326" r:id="rId39"/>
    <p:sldId id="291" r:id="rId40"/>
    <p:sldId id="343" r:id="rId4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39AFABF-6E4D-4BBA-9CAC-5EA6D3DF6CDE}">
  <a:tblStyle styleId="{E39AFABF-6E4D-4BBA-9CAC-5EA6D3DF6CD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A239A09-3C5D-49F0-AFFF-B44F8A4A6D00}"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966"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2"/>
        <p:cNvGrpSpPr/>
        <p:nvPr/>
      </p:nvGrpSpPr>
      <p:grpSpPr>
        <a:xfrm>
          <a:off x="0" y="0"/>
          <a:ext cx="0" cy="0"/>
          <a:chOff x="0" y="0"/>
          <a:chExt cx="0" cy="0"/>
        </a:xfrm>
      </p:grpSpPr>
      <p:sp>
        <p:nvSpPr>
          <p:cNvPr id="3363" name="Google Shape;3363;g21b8e9c55f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4" name="Google Shape;3364;g21b8e9c55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8"/>
        <p:cNvGrpSpPr/>
        <p:nvPr/>
      </p:nvGrpSpPr>
      <p:grpSpPr>
        <a:xfrm>
          <a:off x="0" y="0"/>
          <a:ext cx="0" cy="0"/>
          <a:chOff x="0" y="0"/>
          <a:chExt cx="0" cy="0"/>
        </a:xfrm>
      </p:grpSpPr>
      <p:sp>
        <p:nvSpPr>
          <p:cNvPr id="3819" name="Google Shape;3819;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0" name="Google Shape;3820;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5"/>
        <p:cNvGrpSpPr/>
        <p:nvPr/>
      </p:nvGrpSpPr>
      <p:grpSpPr>
        <a:xfrm>
          <a:off x="0" y="0"/>
          <a:ext cx="0" cy="0"/>
          <a:chOff x="0" y="0"/>
          <a:chExt cx="0" cy="0"/>
        </a:xfrm>
      </p:grpSpPr>
      <p:sp>
        <p:nvSpPr>
          <p:cNvPr id="3796" name="Google Shape;379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7" name="Google Shape;379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3"/>
        <p:cNvGrpSpPr/>
        <p:nvPr/>
      </p:nvGrpSpPr>
      <p:grpSpPr>
        <a:xfrm>
          <a:off x="0" y="0"/>
          <a:ext cx="0" cy="0"/>
          <a:chOff x="0" y="0"/>
          <a:chExt cx="0" cy="0"/>
        </a:xfrm>
      </p:grpSpPr>
      <p:sp>
        <p:nvSpPr>
          <p:cNvPr id="3964" name="Google Shape;396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5" name="Google Shape;396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2"/>
        <p:cNvGrpSpPr/>
        <p:nvPr/>
      </p:nvGrpSpPr>
      <p:grpSpPr>
        <a:xfrm>
          <a:off x="0" y="0"/>
          <a:ext cx="0" cy="0"/>
          <a:chOff x="0" y="0"/>
          <a:chExt cx="0" cy="0"/>
        </a:xfrm>
      </p:grpSpPr>
      <p:sp>
        <p:nvSpPr>
          <p:cNvPr id="4393" name="Google Shape;4393;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4" name="Google Shape;4394;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3"/>
        <p:cNvGrpSpPr/>
        <p:nvPr/>
      </p:nvGrpSpPr>
      <p:grpSpPr>
        <a:xfrm>
          <a:off x="0" y="0"/>
          <a:ext cx="0" cy="0"/>
          <a:chOff x="0" y="0"/>
          <a:chExt cx="0" cy="0"/>
        </a:xfrm>
      </p:grpSpPr>
      <p:sp>
        <p:nvSpPr>
          <p:cNvPr id="3964" name="Google Shape;396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5" name="Google Shape;396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3706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8"/>
        <p:cNvGrpSpPr/>
        <p:nvPr/>
      </p:nvGrpSpPr>
      <p:grpSpPr>
        <a:xfrm>
          <a:off x="0" y="0"/>
          <a:ext cx="0" cy="0"/>
          <a:chOff x="0" y="0"/>
          <a:chExt cx="0" cy="0"/>
        </a:xfrm>
      </p:grpSpPr>
      <p:sp>
        <p:nvSpPr>
          <p:cNvPr id="4249" name="Google Shape;4249;g21dee8f8262_0_210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0" name="Google Shape;4250;g21dee8f8262_0_210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3"/>
        <p:cNvGrpSpPr/>
        <p:nvPr/>
      </p:nvGrpSpPr>
      <p:grpSpPr>
        <a:xfrm>
          <a:off x="0" y="0"/>
          <a:ext cx="0" cy="0"/>
          <a:chOff x="0" y="0"/>
          <a:chExt cx="0" cy="0"/>
        </a:xfrm>
      </p:grpSpPr>
      <p:sp>
        <p:nvSpPr>
          <p:cNvPr id="3964" name="Google Shape;396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5" name="Google Shape;396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3591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8366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3"/>
        <p:cNvGrpSpPr/>
        <p:nvPr/>
      </p:nvGrpSpPr>
      <p:grpSpPr>
        <a:xfrm>
          <a:off x="0" y="0"/>
          <a:ext cx="0" cy="0"/>
          <a:chOff x="0" y="0"/>
          <a:chExt cx="0" cy="0"/>
        </a:xfrm>
      </p:grpSpPr>
      <p:sp>
        <p:nvSpPr>
          <p:cNvPr id="3964" name="Google Shape;396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5" name="Google Shape;396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3405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4"/>
        <p:cNvGrpSpPr/>
        <p:nvPr/>
      </p:nvGrpSpPr>
      <p:grpSpPr>
        <a:xfrm>
          <a:off x="0" y="0"/>
          <a:ext cx="0" cy="0"/>
          <a:chOff x="0" y="0"/>
          <a:chExt cx="0" cy="0"/>
        </a:xfrm>
      </p:grpSpPr>
      <p:sp>
        <p:nvSpPr>
          <p:cNvPr id="5815" name="Google Shape;5815;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6" name="Google Shape;5816;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6116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7"/>
        <p:cNvGrpSpPr/>
        <p:nvPr/>
      </p:nvGrpSpPr>
      <p:grpSpPr>
        <a:xfrm>
          <a:off x="0" y="0"/>
          <a:ext cx="0" cy="0"/>
          <a:chOff x="0" y="0"/>
          <a:chExt cx="0" cy="0"/>
        </a:xfrm>
      </p:grpSpPr>
      <p:sp>
        <p:nvSpPr>
          <p:cNvPr id="4538" name="Google Shape;4538;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9" name="Google Shape;4539;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8920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0"/>
        <p:cNvGrpSpPr/>
        <p:nvPr/>
      </p:nvGrpSpPr>
      <p:grpSpPr>
        <a:xfrm>
          <a:off x="0" y="0"/>
          <a:ext cx="0" cy="0"/>
          <a:chOff x="0" y="0"/>
          <a:chExt cx="0" cy="0"/>
        </a:xfrm>
      </p:grpSpPr>
      <p:sp>
        <p:nvSpPr>
          <p:cNvPr id="6341" name="Google Shape;6341;g21dee8f8262_0_210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42" name="Google Shape;6342;g21dee8f8262_0_210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426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0"/>
        <p:cNvGrpSpPr/>
        <p:nvPr/>
      </p:nvGrpSpPr>
      <p:grpSpPr>
        <a:xfrm>
          <a:off x="0" y="0"/>
          <a:ext cx="0" cy="0"/>
          <a:chOff x="0" y="0"/>
          <a:chExt cx="0" cy="0"/>
        </a:xfrm>
      </p:grpSpPr>
      <p:sp>
        <p:nvSpPr>
          <p:cNvPr id="6341" name="Google Shape;6341;g21dee8f8262_0_210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42" name="Google Shape;6342;g21dee8f8262_0_210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723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5"/>
        <p:cNvGrpSpPr/>
        <p:nvPr/>
      </p:nvGrpSpPr>
      <p:grpSpPr>
        <a:xfrm>
          <a:off x="0" y="0"/>
          <a:ext cx="0" cy="0"/>
          <a:chOff x="0" y="0"/>
          <a:chExt cx="0" cy="0"/>
        </a:xfrm>
      </p:grpSpPr>
      <p:sp>
        <p:nvSpPr>
          <p:cNvPr id="4866" name="Google Shape;486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7" name="Google Shape;486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0533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5"/>
        <p:cNvGrpSpPr/>
        <p:nvPr/>
      </p:nvGrpSpPr>
      <p:grpSpPr>
        <a:xfrm>
          <a:off x="0" y="0"/>
          <a:ext cx="0" cy="0"/>
          <a:chOff x="0" y="0"/>
          <a:chExt cx="0" cy="0"/>
        </a:xfrm>
      </p:grpSpPr>
      <p:sp>
        <p:nvSpPr>
          <p:cNvPr id="4866" name="Google Shape;486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7" name="Google Shape;486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4231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5"/>
        <p:cNvGrpSpPr/>
        <p:nvPr/>
      </p:nvGrpSpPr>
      <p:grpSpPr>
        <a:xfrm>
          <a:off x="0" y="0"/>
          <a:ext cx="0" cy="0"/>
          <a:chOff x="0" y="0"/>
          <a:chExt cx="0" cy="0"/>
        </a:xfrm>
      </p:grpSpPr>
      <p:sp>
        <p:nvSpPr>
          <p:cNvPr id="4866" name="Google Shape;486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7" name="Google Shape;486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10958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5"/>
        <p:cNvGrpSpPr/>
        <p:nvPr/>
      </p:nvGrpSpPr>
      <p:grpSpPr>
        <a:xfrm>
          <a:off x="0" y="0"/>
          <a:ext cx="0" cy="0"/>
          <a:chOff x="0" y="0"/>
          <a:chExt cx="0" cy="0"/>
        </a:xfrm>
      </p:grpSpPr>
      <p:sp>
        <p:nvSpPr>
          <p:cNvPr id="4866" name="Google Shape;486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7" name="Google Shape;486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6227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5"/>
        <p:cNvGrpSpPr/>
        <p:nvPr/>
      </p:nvGrpSpPr>
      <p:grpSpPr>
        <a:xfrm>
          <a:off x="0" y="0"/>
          <a:ext cx="0" cy="0"/>
          <a:chOff x="0" y="0"/>
          <a:chExt cx="0" cy="0"/>
        </a:xfrm>
      </p:grpSpPr>
      <p:sp>
        <p:nvSpPr>
          <p:cNvPr id="4866" name="Google Shape;486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7" name="Google Shape;486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1632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3"/>
        <p:cNvGrpSpPr/>
        <p:nvPr/>
      </p:nvGrpSpPr>
      <p:grpSpPr>
        <a:xfrm>
          <a:off x="0" y="0"/>
          <a:ext cx="0" cy="0"/>
          <a:chOff x="0" y="0"/>
          <a:chExt cx="0" cy="0"/>
        </a:xfrm>
      </p:grpSpPr>
      <p:sp>
        <p:nvSpPr>
          <p:cNvPr id="3964" name="Google Shape;396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5" name="Google Shape;396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36164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57910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46279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51459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62226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6228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88399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28653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74129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0594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68067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62179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58964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2"/>
        <p:cNvGrpSpPr/>
        <p:nvPr/>
      </p:nvGrpSpPr>
      <p:grpSpPr>
        <a:xfrm>
          <a:off x="0" y="0"/>
          <a:ext cx="0" cy="0"/>
          <a:chOff x="0" y="0"/>
          <a:chExt cx="0" cy="0"/>
        </a:xfrm>
      </p:grpSpPr>
      <p:sp>
        <p:nvSpPr>
          <p:cNvPr id="5383" name="Google Shape;5383;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4" name="Google Shape;5384;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89590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3"/>
        <p:cNvGrpSpPr/>
        <p:nvPr/>
      </p:nvGrpSpPr>
      <p:grpSpPr>
        <a:xfrm>
          <a:off x="0" y="0"/>
          <a:ext cx="0" cy="0"/>
          <a:chOff x="0" y="0"/>
          <a:chExt cx="0" cy="0"/>
        </a:xfrm>
      </p:grpSpPr>
      <p:sp>
        <p:nvSpPr>
          <p:cNvPr id="3964" name="Google Shape;396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5" name="Google Shape;396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97012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3"/>
        <p:cNvGrpSpPr/>
        <p:nvPr/>
      </p:nvGrpSpPr>
      <p:grpSpPr>
        <a:xfrm>
          <a:off x="0" y="0"/>
          <a:ext cx="0" cy="0"/>
          <a:chOff x="0" y="0"/>
          <a:chExt cx="0" cy="0"/>
        </a:xfrm>
      </p:grpSpPr>
      <p:sp>
        <p:nvSpPr>
          <p:cNvPr id="6914" name="Google Shape;6914;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5" name="Google Shape;6915;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5"/>
        <p:cNvGrpSpPr/>
        <p:nvPr/>
      </p:nvGrpSpPr>
      <p:grpSpPr>
        <a:xfrm>
          <a:off x="0" y="0"/>
          <a:ext cx="0" cy="0"/>
          <a:chOff x="0" y="0"/>
          <a:chExt cx="0" cy="0"/>
        </a:xfrm>
      </p:grpSpPr>
      <p:sp>
        <p:nvSpPr>
          <p:cNvPr id="4866" name="Google Shape;486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7" name="Google Shape;486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07547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0" name="Google Shape;10;p2"/>
          <p:cNvSpPr txBox="1">
            <a:spLocks noGrp="1"/>
          </p:cNvSpPr>
          <p:nvPr>
            <p:ph type="ctrTitle"/>
          </p:nvPr>
        </p:nvSpPr>
        <p:spPr>
          <a:xfrm>
            <a:off x="1190700" y="1762600"/>
            <a:ext cx="6762600" cy="10458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6000" b="0">
                <a:solidFill>
                  <a:srgbClr val="13394F"/>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2307600" y="2905100"/>
            <a:ext cx="4528800" cy="475800"/>
          </a:xfrm>
          <a:prstGeom prst="rect">
            <a:avLst/>
          </a:prstGeom>
          <a:solidFill>
            <a:srgbClr val="FFFFFF">
              <a:alpha val="34590"/>
            </a:srgbClr>
          </a:solidFill>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rgbClr val="13394F"/>
                </a:solidFill>
                <a:latin typeface="Lexend Deca"/>
                <a:ea typeface="Lexend Deca"/>
                <a:cs typeface="Lexend Deca"/>
                <a:sym typeface="Lexend Deca"/>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2" name="Google Shape;12;p2"/>
          <p:cNvPicPr preferRelativeResize="0"/>
          <p:nvPr/>
        </p:nvPicPr>
        <p:blipFill>
          <a:blip r:embed="rId3">
            <a:alphaModFix/>
          </a:blip>
          <a:stretch>
            <a:fillRect/>
          </a:stretch>
        </p:blipFill>
        <p:spPr>
          <a:xfrm>
            <a:off x="-1133474" y="-989482"/>
            <a:ext cx="5295900" cy="2453980"/>
          </a:xfrm>
          <a:prstGeom prst="rect">
            <a:avLst/>
          </a:prstGeom>
          <a:noFill/>
          <a:ln>
            <a:noFill/>
          </a:ln>
        </p:spPr>
      </p:pic>
      <p:pic>
        <p:nvPicPr>
          <p:cNvPr id="13" name="Google Shape;13;p2"/>
          <p:cNvPicPr preferRelativeResize="0"/>
          <p:nvPr/>
        </p:nvPicPr>
        <p:blipFill>
          <a:blip r:embed="rId4">
            <a:alphaModFix/>
          </a:blip>
          <a:stretch>
            <a:fillRect/>
          </a:stretch>
        </p:blipFill>
        <p:spPr>
          <a:xfrm>
            <a:off x="5962651" y="3583027"/>
            <a:ext cx="5295899" cy="2586313"/>
          </a:xfrm>
          <a:prstGeom prst="rect">
            <a:avLst/>
          </a:prstGeom>
          <a:noFill/>
          <a:ln>
            <a:noFill/>
          </a:ln>
        </p:spPr>
      </p:pic>
      <p:pic>
        <p:nvPicPr>
          <p:cNvPr id="14" name="Google Shape;14;p2"/>
          <p:cNvPicPr preferRelativeResize="0"/>
          <p:nvPr/>
        </p:nvPicPr>
        <p:blipFill>
          <a:blip r:embed="rId5">
            <a:alphaModFix/>
          </a:blip>
          <a:stretch>
            <a:fillRect/>
          </a:stretch>
        </p:blipFill>
        <p:spPr>
          <a:xfrm>
            <a:off x="-1476374" y="3086220"/>
            <a:ext cx="5295899" cy="28560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pic>
        <p:nvPicPr>
          <p:cNvPr id="16" name="Google Shape;16;p3"/>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7" name="Google Shape;17;p3"/>
          <p:cNvSpPr txBox="1">
            <a:spLocks noGrp="1"/>
          </p:cNvSpPr>
          <p:nvPr>
            <p:ph type="title"/>
          </p:nvPr>
        </p:nvSpPr>
        <p:spPr>
          <a:xfrm>
            <a:off x="3714750" y="3265675"/>
            <a:ext cx="4716000" cy="8418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5000" b="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 name="Google Shape;18;p3"/>
          <p:cNvSpPr txBox="1">
            <a:spLocks noGrp="1"/>
          </p:cNvSpPr>
          <p:nvPr>
            <p:ph type="title" idx="2" hasCustomPrompt="1"/>
          </p:nvPr>
        </p:nvSpPr>
        <p:spPr>
          <a:xfrm>
            <a:off x="7529875" y="2376450"/>
            <a:ext cx="900900" cy="8418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b="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9" name="Google Shape;19;p3"/>
          <p:cNvSpPr txBox="1">
            <a:spLocks noGrp="1"/>
          </p:cNvSpPr>
          <p:nvPr>
            <p:ph type="subTitle" idx="1"/>
          </p:nvPr>
        </p:nvSpPr>
        <p:spPr>
          <a:xfrm>
            <a:off x="3714750" y="4170800"/>
            <a:ext cx="4716000" cy="433200"/>
          </a:xfrm>
          <a:prstGeom prst="rect">
            <a:avLst/>
          </a:prstGeom>
          <a:solidFill>
            <a:srgbClr val="FFFFFF">
              <a:alpha val="34590"/>
            </a:srgbClr>
          </a:solidFill>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20" name="Google Shape;20;p3"/>
          <p:cNvPicPr preferRelativeResize="0"/>
          <p:nvPr/>
        </p:nvPicPr>
        <p:blipFill>
          <a:blip r:embed="rId3">
            <a:alphaModFix/>
          </a:blip>
          <a:stretch>
            <a:fillRect/>
          </a:stretch>
        </p:blipFill>
        <p:spPr>
          <a:xfrm>
            <a:off x="-1876424" y="836147"/>
            <a:ext cx="5295901" cy="2366198"/>
          </a:xfrm>
          <a:prstGeom prst="rect">
            <a:avLst/>
          </a:prstGeom>
          <a:noFill/>
          <a:ln>
            <a:noFill/>
          </a:ln>
        </p:spPr>
      </p:pic>
      <p:pic>
        <p:nvPicPr>
          <p:cNvPr id="21" name="Google Shape;21;p3"/>
          <p:cNvPicPr preferRelativeResize="0"/>
          <p:nvPr/>
        </p:nvPicPr>
        <p:blipFill>
          <a:blip r:embed="rId4">
            <a:alphaModFix/>
          </a:blip>
          <a:stretch>
            <a:fillRect/>
          </a:stretch>
        </p:blipFill>
        <p:spPr>
          <a:xfrm>
            <a:off x="5725676" y="-325448"/>
            <a:ext cx="5295899" cy="2251888"/>
          </a:xfrm>
          <a:prstGeom prst="rect">
            <a:avLst/>
          </a:prstGeom>
          <a:noFill/>
          <a:ln>
            <a:noFill/>
          </a:ln>
        </p:spPr>
      </p:pic>
      <p:pic>
        <p:nvPicPr>
          <p:cNvPr id="22" name="Google Shape;22;p3"/>
          <p:cNvPicPr preferRelativeResize="0"/>
          <p:nvPr/>
        </p:nvPicPr>
        <p:blipFill>
          <a:blip r:embed="rId5">
            <a:alphaModFix/>
          </a:blip>
          <a:stretch>
            <a:fillRect/>
          </a:stretch>
        </p:blipFill>
        <p:spPr>
          <a:xfrm>
            <a:off x="1495426" y="-325440"/>
            <a:ext cx="5295898" cy="2407246"/>
          </a:xfrm>
          <a:prstGeom prst="rect">
            <a:avLst/>
          </a:prstGeom>
          <a:noFill/>
          <a:ln>
            <a:noFill/>
          </a:ln>
        </p:spPr>
      </p:pic>
      <p:pic>
        <p:nvPicPr>
          <p:cNvPr id="23" name="Google Shape;23;p3"/>
          <p:cNvPicPr preferRelativeResize="0"/>
          <p:nvPr/>
        </p:nvPicPr>
        <p:blipFill>
          <a:blip r:embed="rId6">
            <a:alphaModFix/>
          </a:blip>
          <a:stretch>
            <a:fillRect/>
          </a:stretch>
        </p:blipFill>
        <p:spPr>
          <a:xfrm>
            <a:off x="-1581149" y="3202356"/>
            <a:ext cx="5295899" cy="254067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05"/>
        <p:cNvGrpSpPr/>
        <p:nvPr/>
      </p:nvGrpSpPr>
      <p:grpSpPr>
        <a:xfrm>
          <a:off x="0" y="0"/>
          <a:ext cx="0" cy="0"/>
          <a:chOff x="0" y="0"/>
          <a:chExt cx="0" cy="0"/>
        </a:xfrm>
      </p:grpSpPr>
      <p:pic>
        <p:nvPicPr>
          <p:cNvPr id="606" name="Google Shape;606;p7"/>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607" name="Google Shape;607;p7"/>
          <p:cNvSpPr txBox="1">
            <a:spLocks noGrp="1"/>
          </p:cNvSpPr>
          <p:nvPr>
            <p:ph type="title"/>
          </p:nvPr>
        </p:nvSpPr>
        <p:spPr>
          <a:xfrm>
            <a:off x="720000" y="445025"/>
            <a:ext cx="4251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08" name="Google Shape;608;p7"/>
          <p:cNvSpPr txBox="1">
            <a:spLocks noGrp="1"/>
          </p:cNvSpPr>
          <p:nvPr>
            <p:ph type="subTitle" idx="1"/>
          </p:nvPr>
        </p:nvSpPr>
        <p:spPr>
          <a:xfrm>
            <a:off x="720000" y="1703875"/>
            <a:ext cx="4294800" cy="200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Lexend Deca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609" name="Google Shape;609;p7"/>
          <p:cNvSpPr/>
          <p:nvPr/>
        </p:nvSpPr>
        <p:spPr>
          <a:xfrm>
            <a:off x="-152400" y="-180975"/>
            <a:ext cx="5124450" cy="1809750"/>
          </a:xfrm>
          <a:custGeom>
            <a:avLst/>
            <a:gdLst/>
            <a:ahLst/>
            <a:cxnLst/>
            <a:rect l="l" t="t" r="r" b="b"/>
            <a:pathLst>
              <a:path w="204978" h="72390" extrusionOk="0">
                <a:moveTo>
                  <a:pt x="0" y="72390"/>
                </a:moveTo>
                <a:cubicBezTo>
                  <a:pt x="10727" y="65238"/>
                  <a:pt x="20272" y="50227"/>
                  <a:pt x="17145" y="37719"/>
                </a:cubicBezTo>
                <a:cubicBezTo>
                  <a:pt x="16463" y="34992"/>
                  <a:pt x="11132" y="33064"/>
                  <a:pt x="9144" y="35052"/>
                </a:cubicBezTo>
                <a:cubicBezTo>
                  <a:pt x="7312" y="36884"/>
                  <a:pt x="8128" y="42164"/>
                  <a:pt x="10668" y="42672"/>
                </a:cubicBezTo>
                <a:cubicBezTo>
                  <a:pt x="14626" y="43464"/>
                  <a:pt x="18951" y="41965"/>
                  <a:pt x="22479" y="40005"/>
                </a:cubicBezTo>
                <a:cubicBezTo>
                  <a:pt x="31748" y="34856"/>
                  <a:pt x="35974" y="22465"/>
                  <a:pt x="45720" y="18288"/>
                </a:cubicBezTo>
                <a:cubicBezTo>
                  <a:pt x="59507" y="12379"/>
                  <a:pt x="75794" y="18243"/>
                  <a:pt x="90678" y="16383"/>
                </a:cubicBezTo>
                <a:cubicBezTo>
                  <a:pt x="97655" y="15511"/>
                  <a:pt x="103555" y="10300"/>
                  <a:pt x="110490" y="9144"/>
                </a:cubicBezTo>
                <a:cubicBezTo>
                  <a:pt x="125053" y="6717"/>
                  <a:pt x="139579" y="14569"/>
                  <a:pt x="154305" y="15621"/>
                </a:cubicBezTo>
                <a:cubicBezTo>
                  <a:pt x="165460" y="16418"/>
                  <a:pt x="176081" y="10394"/>
                  <a:pt x="186690" y="6858"/>
                </a:cubicBezTo>
                <a:cubicBezTo>
                  <a:pt x="192866" y="4799"/>
                  <a:pt x="199561" y="3611"/>
                  <a:pt x="204978" y="0"/>
                </a:cubicBezTo>
              </a:path>
            </a:pathLst>
          </a:custGeom>
          <a:noFill/>
          <a:ln w="19050" cap="flat" cmpd="sng">
            <a:solidFill>
              <a:schemeClr val="accent5"/>
            </a:solidFill>
            <a:prstDash val="dash"/>
            <a:round/>
            <a:headEnd type="none" w="med" len="med"/>
            <a:tailEnd type="none" w="med" len="med"/>
          </a:ln>
        </p:spPr>
      </p:sp>
      <p:pic>
        <p:nvPicPr>
          <p:cNvPr id="610" name="Google Shape;610;p7"/>
          <p:cNvPicPr preferRelativeResize="0"/>
          <p:nvPr/>
        </p:nvPicPr>
        <p:blipFill>
          <a:blip r:embed="rId3">
            <a:alphaModFix/>
          </a:blip>
          <a:stretch>
            <a:fillRect/>
          </a:stretch>
        </p:blipFill>
        <p:spPr>
          <a:xfrm>
            <a:off x="6306701" y="975443"/>
            <a:ext cx="5295900" cy="2453980"/>
          </a:xfrm>
          <a:prstGeom prst="rect">
            <a:avLst/>
          </a:prstGeom>
          <a:noFill/>
          <a:ln>
            <a:noFill/>
          </a:ln>
        </p:spPr>
      </p:pic>
      <p:pic>
        <p:nvPicPr>
          <p:cNvPr id="611" name="Google Shape;611;p7"/>
          <p:cNvPicPr preferRelativeResize="0"/>
          <p:nvPr/>
        </p:nvPicPr>
        <p:blipFill rotWithShape="1">
          <a:blip r:embed="rId4">
            <a:alphaModFix/>
          </a:blip>
          <a:srcRect t="14074"/>
          <a:stretch/>
        </p:blipFill>
        <p:spPr>
          <a:xfrm>
            <a:off x="-523875" y="3748649"/>
            <a:ext cx="5295899" cy="2453975"/>
          </a:xfrm>
          <a:prstGeom prst="rect">
            <a:avLst/>
          </a:prstGeom>
          <a:noFill/>
          <a:ln>
            <a:noFill/>
          </a:ln>
        </p:spPr>
      </p:pic>
      <p:pic>
        <p:nvPicPr>
          <p:cNvPr id="612" name="Google Shape;612;p7"/>
          <p:cNvPicPr preferRelativeResize="0"/>
          <p:nvPr/>
        </p:nvPicPr>
        <p:blipFill>
          <a:blip r:embed="rId5">
            <a:alphaModFix/>
          </a:blip>
          <a:stretch>
            <a:fillRect/>
          </a:stretch>
        </p:blipFill>
        <p:spPr>
          <a:xfrm>
            <a:off x="4229101" y="-472240"/>
            <a:ext cx="5295898" cy="2407246"/>
          </a:xfrm>
          <a:prstGeom prst="rect">
            <a:avLst/>
          </a:prstGeom>
          <a:noFill/>
          <a:ln>
            <a:noFill/>
          </a:ln>
        </p:spPr>
      </p:pic>
      <p:pic>
        <p:nvPicPr>
          <p:cNvPr id="613" name="Google Shape;613;p7"/>
          <p:cNvPicPr preferRelativeResize="0"/>
          <p:nvPr/>
        </p:nvPicPr>
        <p:blipFill>
          <a:blip r:embed="rId6">
            <a:alphaModFix/>
          </a:blip>
          <a:stretch>
            <a:fillRect/>
          </a:stretch>
        </p:blipFill>
        <p:spPr>
          <a:xfrm>
            <a:off x="5087501" y="3346591"/>
            <a:ext cx="5295899" cy="237338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22"/>
        <p:cNvGrpSpPr/>
        <p:nvPr/>
      </p:nvGrpSpPr>
      <p:grpSpPr>
        <a:xfrm>
          <a:off x="0" y="0"/>
          <a:ext cx="0" cy="0"/>
          <a:chOff x="0" y="0"/>
          <a:chExt cx="0" cy="0"/>
        </a:xfrm>
      </p:grpSpPr>
      <p:pic>
        <p:nvPicPr>
          <p:cNvPr id="623" name="Google Shape;623;p9"/>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624" name="Google Shape;624;p9"/>
          <p:cNvSpPr txBox="1">
            <a:spLocks noGrp="1"/>
          </p:cNvSpPr>
          <p:nvPr>
            <p:ph type="title"/>
          </p:nvPr>
        </p:nvSpPr>
        <p:spPr>
          <a:xfrm>
            <a:off x="1819275" y="1525475"/>
            <a:ext cx="5505600" cy="102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6000" b="0">
                <a:solidFill>
                  <a:srgbClr val="13394F"/>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25" name="Google Shape;625;p9"/>
          <p:cNvSpPr txBox="1">
            <a:spLocks noGrp="1"/>
          </p:cNvSpPr>
          <p:nvPr>
            <p:ph type="subTitle" idx="1"/>
          </p:nvPr>
        </p:nvSpPr>
        <p:spPr>
          <a:xfrm>
            <a:off x="1819275" y="2429425"/>
            <a:ext cx="5505600" cy="118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626" name="Google Shape;626;p9"/>
          <p:cNvPicPr preferRelativeResize="0"/>
          <p:nvPr/>
        </p:nvPicPr>
        <p:blipFill rotWithShape="1">
          <a:blip r:embed="rId3">
            <a:alphaModFix/>
          </a:blip>
          <a:srcRect l="6117" t="15316" r="6109" b="15316"/>
          <a:stretch/>
        </p:blipFill>
        <p:spPr>
          <a:xfrm>
            <a:off x="-1800225" y="-335225"/>
            <a:ext cx="4648202" cy="1702300"/>
          </a:xfrm>
          <a:prstGeom prst="rect">
            <a:avLst/>
          </a:prstGeom>
          <a:noFill/>
          <a:ln>
            <a:noFill/>
          </a:ln>
        </p:spPr>
      </p:pic>
      <p:pic>
        <p:nvPicPr>
          <p:cNvPr id="627" name="Google Shape;627;p9"/>
          <p:cNvPicPr preferRelativeResize="0"/>
          <p:nvPr/>
        </p:nvPicPr>
        <p:blipFill rotWithShape="1">
          <a:blip r:embed="rId4">
            <a:alphaModFix/>
          </a:blip>
          <a:srcRect t="21078" b="21078"/>
          <a:stretch/>
        </p:blipFill>
        <p:spPr>
          <a:xfrm>
            <a:off x="5725675" y="17823"/>
            <a:ext cx="5295899" cy="1372825"/>
          </a:xfrm>
          <a:prstGeom prst="rect">
            <a:avLst/>
          </a:prstGeom>
          <a:noFill/>
          <a:ln>
            <a:noFill/>
          </a:ln>
        </p:spPr>
      </p:pic>
      <p:pic>
        <p:nvPicPr>
          <p:cNvPr id="628" name="Google Shape;628;p9"/>
          <p:cNvPicPr preferRelativeResize="0"/>
          <p:nvPr/>
        </p:nvPicPr>
        <p:blipFill rotWithShape="1">
          <a:blip r:embed="rId5">
            <a:alphaModFix/>
          </a:blip>
          <a:srcRect l="6657" t="13668" r="6649" b="13668"/>
          <a:stretch/>
        </p:blipFill>
        <p:spPr>
          <a:xfrm>
            <a:off x="-1171575" y="3914775"/>
            <a:ext cx="4591052" cy="2075225"/>
          </a:xfrm>
          <a:prstGeom prst="rect">
            <a:avLst/>
          </a:prstGeom>
          <a:noFill/>
          <a:ln>
            <a:noFill/>
          </a:ln>
        </p:spPr>
      </p:pic>
      <p:sp>
        <p:nvSpPr>
          <p:cNvPr id="629" name="Google Shape;629;p9"/>
          <p:cNvSpPr/>
          <p:nvPr/>
        </p:nvSpPr>
        <p:spPr>
          <a:xfrm>
            <a:off x="1438275" y="-314325"/>
            <a:ext cx="5991225" cy="1042900"/>
          </a:xfrm>
          <a:custGeom>
            <a:avLst/>
            <a:gdLst/>
            <a:ahLst/>
            <a:cxnLst/>
            <a:rect l="l" t="t" r="r" b="b"/>
            <a:pathLst>
              <a:path w="239649" h="41716" extrusionOk="0">
                <a:moveTo>
                  <a:pt x="239649" y="36195"/>
                </a:moveTo>
                <a:cubicBezTo>
                  <a:pt x="232562" y="26746"/>
                  <a:pt x="217552" y="25908"/>
                  <a:pt x="205740" y="25908"/>
                </a:cubicBezTo>
                <a:cubicBezTo>
                  <a:pt x="197658" y="25908"/>
                  <a:pt x="187452" y="23622"/>
                  <a:pt x="181737" y="29337"/>
                </a:cubicBezTo>
                <a:cubicBezTo>
                  <a:pt x="176235" y="34839"/>
                  <a:pt x="198689" y="46296"/>
                  <a:pt x="202692" y="39624"/>
                </a:cubicBezTo>
                <a:cubicBezTo>
                  <a:pt x="208103" y="30606"/>
                  <a:pt x="189862" y="19775"/>
                  <a:pt x="179451" y="18288"/>
                </a:cubicBezTo>
                <a:cubicBezTo>
                  <a:pt x="163286" y="15979"/>
                  <a:pt x="148219" y="28040"/>
                  <a:pt x="132207" y="31242"/>
                </a:cubicBezTo>
                <a:cubicBezTo>
                  <a:pt x="105805" y="36522"/>
                  <a:pt x="77691" y="37971"/>
                  <a:pt x="51435" y="32004"/>
                </a:cubicBezTo>
                <a:cubicBezTo>
                  <a:pt x="31744" y="27529"/>
                  <a:pt x="15513" y="12927"/>
                  <a:pt x="0" y="0"/>
                </a:cubicBezTo>
              </a:path>
            </a:pathLst>
          </a:custGeom>
          <a:noFill/>
          <a:ln w="19050" cap="flat" cmpd="sng">
            <a:solidFill>
              <a:schemeClr val="accent5"/>
            </a:solidFill>
            <a:prstDash val="dash"/>
            <a:round/>
            <a:headEnd type="none" w="med" len="med"/>
            <a:tailEnd type="none" w="med" len="med"/>
          </a:ln>
        </p:spPr>
      </p:sp>
      <p:pic>
        <p:nvPicPr>
          <p:cNvPr id="630" name="Google Shape;630;p9"/>
          <p:cNvPicPr preferRelativeResize="0"/>
          <p:nvPr/>
        </p:nvPicPr>
        <p:blipFill rotWithShape="1">
          <a:blip r:embed="rId6">
            <a:alphaModFix/>
          </a:blip>
          <a:srcRect t="12836" b="12836"/>
          <a:stretch/>
        </p:blipFill>
        <p:spPr>
          <a:xfrm>
            <a:off x="5954275" y="3476624"/>
            <a:ext cx="5295902" cy="17023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34"/>
        <p:cNvGrpSpPr/>
        <p:nvPr/>
      </p:nvGrpSpPr>
      <p:grpSpPr>
        <a:xfrm>
          <a:off x="0" y="0"/>
          <a:ext cx="0" cy="0"/>
          <a:chOff x="0" y="0"/>
          <a:chExt cx="0" cy="0"/>
        </a:xfrm>
      </p:grpSpPr>
      <p:pic>
        <p:nvPicPr>
          <p:cNvPr id="635" name="Google Shape;635;p11"/>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636" name="Google Shape;636;p11"/>
          <p:cNvSpPr txBox="1">
            <a:spLocks noGrp="1"/>
          </p:cNvSpPr>
          <p:nvPr>
            <p:ph type="title" hasCustomPrompt="1"/>
          </p:nvPr>
        </p:nvSpPr>
        <p:spPr>
          <a:xfrm>
            <a:off x="1284000" y="539500"/>
            <a:ext cx="6576000" cy="15729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b="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37" name="Google Shape;637;p11"/>
          <p:cNvSpPr txBox="1">
            <a:spLocks noGrp="1"/>
          </p:cNvSpPr>
          <p:nvPr>
            <p:ph type="subTitle" idx="1"/>
          </p:nvPr>
        </p:nvSpPr>
        <p:spPr>
          <a:xfrm>
            <a:off x="1284000" y="2112650"/>
            <a:ext cx="6576000" cy="497100"/>
          </a:xfrm>
          <a:prstGeom prst="rect">
            <a:avLst/>
          </a:prstGeom>
          <a:solidFill>
            <a:srgbClr val="FFFFFF">
              <a:alpha val="34590"/>
            </a:srgbClr>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pic>
        <p:nvPicPr>
          <p:cNvPr id="638" name="Google Shape;638;p11"/>
          <p:cNvPicPr preferRelativeResize="0"/>
          <p:nvPr/>
        </p:nvPicPr>
        <p:blipFill>
          <a:blip r:embed="rId3">
            <a:alphaModFix/>
          </a:blip>
          <a:stretch>
            <a:fillRect/>
          </a:stretch>
        </p:blipFill>
        <p:spPr>
          <a:xfrm>
            <a:off x="5782826" y="3582827"/>
            <a:ext cx="5295899" cy="2251888"/>
          </a:xfrm>
          <a:prstGeom prst="rect">
            <a:avLst/>
          </a:prstGeom>
          <a:noFill/>
          <a:ln>
            <a:noFill/>
          </a:ln>
        </p:spPr>
      </p:pic>
      <p:pic>
        <p:nvPicPr>
          <p:cNvPr id="639" name="Google Shape;639;p11"/>
          <p:cNvPicPr preferRelativeResize="0"/>
          <p:nvPr/>
        </p:nvPicPr>
        <p:blipFill>
          <a:blip r:embed="rId4">
            <a:alphaModFix/>
          </a:blip>
          <a:stretch>
            <a:fillRect/>
          </a:stretch>
        </p:blipFill>
        <p:spPr>
          <a:xfrm>
            <a:off x="847726" y="3310839"/>
            <a:ext cx="5295899" cy="258631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4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41"/>
        <p:cNvGrpSpPr/>
        <p:nvPr/>
      </p:nvGrpSpPr>
      <p:grpSpPr>
        <a:xfrm>
          <a:off x="0" y="0"/>
          <a:ext cx="0" cy="0"/>
          <a:chOff x="0" y="0"/>
          <a:chExt cx="0" cy="0"/>
        </a:xfrm>
      </p:grpSpPr>
      <p:pic>
        <p:nvPicPr>
          <p:cNvPr id="642" name="Google Shape;642;p13"/>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643" name="Google Shape;643;p13"/>
          <p:cNvSpPr txBox="1">
            <a:spLocks noGrp="1"/>
          </p:cNvSpPr>
          <p:nvPr>
            <p:ph type="title"/>
          </p:nvPr>
        </p:nvSpPr>
        <p:spPr>
          <a:xfrm>
            <a:off x="1714500" y="445025"/>
            <a:ext cx="5715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44" name="Google Shape;644;p13"/>
          <p:cNvSpPr txBox="1">
            <a:spLocks noGrp="1"/>
          </p:cNvSpPr>
          <p:nvPr>
            <p:ph type="subTitle" idx="1"/>
          </p:nvPr>
        </p:nvSpPr>
        <p:spPr>
          <a:xfrm>
            <a:off x="719976"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5" name="Google Shape;645;p13"/>
          <p:cNvSpPr txBox="1">
            <a:spLocks noGrp="1"/>
          </p:cNvSpPr>
          <p:nvPr>
            <p:ph type="subTitle" idx="2"/>
          </p:nvPr>
        </p:nvSpPr>
        <p:spPr>
          <a:xfrm>
            <a:off x="3419250"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6" name="Google Shape;646;p13"/>
          <p:cNvSpPr txBox="1">
            <a:spLocks noGrp="1"/>
          </p:cNvSpPr>
          <p:nvPr>
            <p:ph type="subTitle" idx="3"/>
          </p:nvPr>
        </p:nvSpPr>
        <p:spPr>
          <a:xfrm>
            <a:off x="719976" y="3931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7" name="Google Shape;647;p13"/>
          <p:cNvSpPr txBox="1">
            <a:spLocks noGrp="1"/>
          </p:cNvSpPr>
          <p:nvPr>
            <p:ph type="subTitle" idx="4"/>
          </p:nvPr>
        </p:nvSpPr>
        <p:spPr>
          <a:xfrm>
            <a:off x="3419250" y="3931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8" name="Google Shape;648;p13"/>
          <p:cNvSpPr txBox="1">
            <a:spLocks noGrp="1"/>
          </p:cNvSpPr>
          <p:nvPr>
            <p:ph type="subTitle" idx="5"/>
          </p:nvPr>
        </p:nvSpPr>
        <p:spPr>
          <a:xfrm>
            <a:off x="6118524"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9" name="Google Shape;649;p13"/>
          <p:cNvSpPr txBox="1">
            <a:spLocks noGrp="1"/>
          </p:cNvSpPr>
          <p:nvPr>
            <p:ph type="subTitle" idx="6"/>
          </p:nvPr>
        </p:nvSpPr>
        <p:spPr>
          <a:xfrm>
            <a:off x="6118524" y="3931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0" name="Google Shape;650;p13"/>
          <p:cNvSpPr txBox="1">
            <a:spLocks noGrp="1"/>
          </p:cNvSpPr>
          <p:nvPr>
            <p:ph type="title" idx="7" hasCustomPrompt="1"/>
          </p:nvPr>
        </p:nvSpPr>
        <p:spPr>
          <a:xfrm>
            <a:off x="1505376" y="1295873"/>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1" name="Google Shape;651;p13"/>
          <p:cNvSpPr txBox="1">
            <a:spLocks noGrp="1"/>
          </p:cNvSpPr>
          <p:nvPr>
            <p:ph type="title" idx="8" hasCustomPrompt="1"/>
          </p:nvPr>
        </p:nvSpPr>
        <p:spPr>
          <a:xfrm>
            <a:off x="1505376" y="2957902"/>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2" name="Google Shape;652;p13"/>
          <p:cNvSpPr txBox="1">
            <a:spLocks noGrp="1"/>
          </p:cNvSpPr>
          <p:nvPr>
            <p:ph type="title" idx="9" hasCustomPrompt="1"/>
          </p:nvPr>
        </p:nvSpPr>
        <p:spPr>
          <a:xfrm>
            <a:off x="4204650" y="1295873"/>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3" name="Google Shape;653;p13"/>
          <p:cNvSpPr txBox="1">
            <a:spLocks noGrp="1"/>
          </p:cNvSpPr>
          <p:nvPr>
            <p:ph type="title" idx="13" hasCustomPrompt="1"/>
          </p:nvPr>
        </p:nvSpPr>
        <p:spPr>
          <a:xfrm>
            <a:off x="4204650" y="2957902"/>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4" name="Google Shape;654;p13"/>
          <p:cNvSpPr txBox="1">
            <a:spLocks noGrp="1"/>
          </p:cNvSpPr>
          <p:nvPr>
            <p:ph type="title" idx="14" hasCustomPrompt="1"/>
          </p:nvPr>
        </p:nvSpPr>
        <p:spPr>
          <a:xfrm>
            <a:off x="6903950" y="1295873"/>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5" name="Google Shape;655;p13"/>
          <p:cNvSpPr txBox="1">
            <a:spLocks noGrp="1"/>
          </p:cNvSpPr>
          <p:nvPr>
            <p:ph type="title" idx="15" hasCustomPrompt="1"/>
          </p:nvPr>
        </p:nvSpPr>
        <p:spPr>
          <a:xfrm>
            <a:off x="6903950" y="2957902"/>
            <a:ext cx="734700" cy="572700"/>
          </a:xfrm>
          <a:prstGeom prst="rect">
            <a:avLst/>
          </a:prstGeom>
          <a:solidFill>
            <a:srgbClr val="FFFFFF">
              <a:alpha val="34590"/>
            </a:srgbClr>
          </a:solidFill>
        </p:spPr>
        <p:txBody>
          <a:bodyPr spcFirstLastPara="1" wrap="square" lIns="91425" tIns="91425" rIns="91425" bIns="91425" anchor="ctr" anchorCtr="0">
            <a:noAutofit/>
          </a:bodyPr>
          <a:lstStyle>
            <a:lvl1pPr lvl="0" algn="ctr" rtl="0">
              <a:spcBef>
                <a:spcPts val="0"/>
              </a:spcBef>
              <a:spcAft>
                <a:spcPts val="0"/>
              </a:spcAft>
              <a:buSzPts val="3000"/>
              <a:buNone/>
              <a:defRPr sz="3000" b="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6" name="Google Shape;656;p13"/>
          <p:cNvSpPr txBox="1">
            <a:spLocks noGrp="1"/>
          </p:cNvSpPr>
          <p:nvPr>
            <p:ph type="subTitle" idx="16"/>
          </p:nvPr>
        </p:nvSpPr>
        <p:spPr>
          <a:xfrm>
            <a:off x="719976" y="1980375"/>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7" name="Google Shape;657;p13"/>
          <p:cNvSpPr txBox="1">
            <a:spLocks noGrp="1"/>
          </p:cNvSpPr>
          <p:nvPr>
            <p:ph type="subTitle" idx="17"/>
          </p:nvPr>
        </p:nvSpPr>
        <p:spPr>
          <a:xfrm>
            <a:off x="3419250" y="1980375"/>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8" name="Google Shape;658;p13"/>
          <p:cNvSpPr txBox="1">
            <a:spLocks noGrp="1"/>
          </p:cNvSpPr>
          <p:nvPr>
            <p:ph type="subTitle" idx="18"/>
          </p:nvPr>
        </p:nvSpPr>
        <p:spPr>
          <a:xfrm>
            <a:off x="6118524" y="1980375"/>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9" name="Google Shape;659;p13"/>
          <p:cNvSpPr txBox="1">
            <a:spLocks noGrp="1"/>
          </p:cNvSpPr>
          <p:nvPr>
            <p:ph type="subTitle" idx="19"/>
          </p:nvPr>
        </p:nvSpPr>
        <p:spPr>
          <a:xfrm>
            <a:off x="719976" y="3642450"/>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60" name="Google Shape;660;p13"/>
          <p:cNvSpPr txBox="1">
            <a:spLocks noGrp="1"/>
          </p:cNvSpPr>
          <p:nvPr>
            <p:ph type="subTitle" idx="20"/>
          </p:nvPr>
        </p:nvSpPr>
        <p:spPr>
          <a:xfrm>
            <a:off x="3419250" y="3642450"/>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61" name="Google Shape;661;p13"/>
          <p:cNvSpPr txBox="1">
            <a:spLocks noGrp="1"/>
          </p:cNvSpPr>
          <p:nvPr>
            <p:ph type="subTitle" idx="21"/>
          </p:nvPr>
        </p:nvSpPr>
        <p:spPr>
          <a:xfrm>
            <a:off x="6118524" y="3642450"/>
            <a:ext cx="23055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662" name="Google Shape;662;p13"/>
          <p:cNvPicPr preferRelativeResize="0"/>
          <p:nvPr/>
        </p:nvPicPr>
        <p:blipFill>
          <a:blip r:embed="rId3">
            <a:alphaModFix/>
          </a:blip>
          <a:stretch>
            <a:fillRect/>
          </a:stretch>
        </p:blipFill>
        <p:spPr>
          <a:xfrm>
            <a:off x="6448426" y="3960743"/>
            <a:ext cx="5295900" cy="2453980"/>
          </a:xfrm>
          <a:prstGeom prst="rect">
            <a:avLst/>
          </a:prstGeom>
          <a:noFill/>
          <a:ln>
            <a:noFill/>
          </a:ln>
        </p:spPr>
      </p:pic>
      <p:pic>
        <p:nvPicPr>
          <p:cNvPr id="663" name="Google Shape;663;p13"/>
          <p:cNvPicPr preferRelativeResize="0"/>
          <p:nvPr/>
        </p:nvPicPr>
        <p:blipFill>
          <a:blip r:embed="rId4">
            <a:alphaModFix/>
          </a:blip>
          <a:stretch>
            <a:fillRect/>
          </a:stretch>
        </p:blipFill>
        <p:spPr>
          <a:xfrm>
            <a:off x="-2524074" y="3844002"/>
            <a:ext cx="5295899" cy="2586313"/>
          </a:xfrm>
          <a:prstGeom prst="rect">
            <a:avLst/>
          </a:prstGeom>
          <a:noFill/>
          <a:ln>
            <a:noFill/>
          </a:ln>
        </p:spPr>
      </p:pic>
      <p:pic>
        <p:nvPicPr>
          <p:cNvPr id="664" name="Google Shape;664;p13"/>
          <p:cNvPicPr preferRelativeResize="0"/>
          <p:nvPr/>
        </p:nvPicPr>
        <p:blipFill>
          <a:blip r:embed="rId5">
            <a:alphaModFix/>
          </a:blip>
          <a:stretch>
            <a:fillRect/>
          </a:stretch>
        </p:blipFill>
        <p:spPr>
          <a:xfrm>
            <a:off x="-2463474" y="-985091"/>
            <a:ext cx="5295901" cy="2366198"/>
          </a:xfrm>
          <a:prstGeom prst="rect">
            <a:avLst/>
          </a:prstGeom>
          <a:noFill/>
          <a:ln>
            <a:noFill/>
          </a:ln>
        </p:spPr>
      </p:pic>
      <p:sp>
        <p:nvSpPr>
          <p:cNvPr id="665" name="Google Shape;665;p13"/>
          <p:cNvSpPr/>
          <p:nvPr/>
        </p:nvSpPr>
        <p:spPr>
          <a:xfrm>
            <a:off x="8677275" y="790575"/>
            <a:ext cx="407400" cy="4533900"/>
          </a:xfrm>
          <a:custGeom>
            <a:avLst/>
            <a:gdLst/>
            <a:ahLst/>
            <a:cxnLst/>
            <a:rect l="l" t="t" r="r" b="b"/>
            <a:pathLst>
              <a:path w="16296" h="181356" extrusionOk="0">
                <a:moveTo>
                  <a:pt x="8001" y="0"/>
                </a:moveTo>
                <a:cubicBezTo>
                  <a:pt x="12330" y="1732"/>
                  <a:pt x="15773" y="7620"/>
                  <a:pt x="14859" y="12192"/>
                </a:cubicBezTo>
                <a:cubicBezTo>
                  <a:pt x="12416" y="24407"/>
                  <a:pt x="0" y="34025"/>
                  <a:pt x="0" y="46482"/>
                </a:cubicBezTo>
                <a:cubicBezTo>
                  <a:pt x="0" y="57848"/>
                  <a:pt x="2153" y="69882"/>
                  <a:pt x="8001" y="79629"/>
                </a:cubicBezTo>
                <a:cubicBezTo>
                  <a:pt x="12278" y="86758"/>
                  <a:pt x="17178" y="95021"/>
                  <a:pt x="16002" y="103251"/>
                </a:cubicBezTo>
                <a:cubicBezTo>
                  <a:pt x="14881" y="111095"/>
                  <a:pt x="10783" y="118262"/>
                  <a:pt x="7239" y="125349"/>
                </a:cubicBezTo>
                <a:cubicBezTo>
                  <a:pt x="1814" y="136200"/>
                  <a:pt x="762" y="149031"/>
                  <a:pt x="762" y="161163"/>
                </a:cubicBezTo>
                <a:cubicBezTo>
                  <a:pt x="762" y="167924"/>
                  <a:pt x="-357" y="175309"/>
                  <a:pt x="2667" y="181356"/>
                </a:cubicBezTo>
              </a:path>
            </a:pathLst>
          </a:custGeom>
          <a:noFill/>
          <a:ln w="19050" cap="flat" cmpd="sng">
            <a:solidFill>
              <a:schemeClr val="accent5"/>
            </a:solidFill>
            <a:prstDash val="dash"/>
            <a:round/>
            <a:headEnd type="none" w="med" len="med"/>
            <a:tailEnd type="none" w="med" len="med"/>
          </a:ln>
        </p:spPr>
      </p:sp>
      <p:sp>
        <p:nvSpPr>
          <p:cNvPr id="666" name="Google Shape;666;p13"/>
          <p:cNvSpPr/>
          <p:nvPr/>
        </p:nvSpPr>
        <p:spPr>
          <a:xfrm>
            <a:off x="-781050" y="-247650"/>
            <a:ext cx="3114675" cy="3295650"/>
          </a:xfrm>
          <a:custGeom>
            <a:avLst/>
            <a:gdLst/>
            <a:ahLst/>
            <a:cxnLst/>
            <a:rect l="l" t="t" r="r" b="b"/>
            <a:pathLst>
              <a:path w="124587" h="131826" extrusionOk="0">
                <a:moveTo>
                  <a:pt x="124587" y="762"/>
                </a:moveTo>
                <a:cubicBezTo>
                  <a:pt x="109157" y="13106"/>
                  <a:pt x="88341" y="20193"/>
                  <a:pt x="68580" y="20193"/>
                </a:cubicBezTo>
                <a:cubicBezTo>
                  <a:pt x="64845" y="20193"/>
                  <a:pt x="60823" y="17184"/>
                  <a:pt x="59436" y="13716"/>
                </a:cubicBezTo>
                <a:cubicBezTo>
                  <a:pt x="57558" y="9021"/>
                  <a:pt x="60857" y="0"/>
                  <a:pt x="65913" y="0"/>
                </a:cubicBezTo>
                <a:cubicBezTo>
                  <a:pt x="67996" y="0"/>
                  <a:pt x="69381" y="2898"/>
                  <a:pt x="69723" y="4953"/>
                </a:cubicBezTo>
                <a:cubicBezTo>
                  <a:pt x="70934" y="12219"/>
                  <a:pt x="60235" y="16353"/>
                  <a:pt x="54483" y="20955"/>
                </a:cubicBezTo>
                <a:cubicBezTo>
                  <a:pt x="47152" y="26820"/>
                  <a:pt x="43084" y="36346"/>
                  <a:pt x="40386" y="45339"/>
                </a:cubicBezTo>
                <a:cubicBezTo>
                  <a:pt x="35817" y="60568"/>
                  <a:pt x="48816" y="78145"/>
                  <a:pt x="43053" y="92964"/>
                </a:cubicBezTo>
                <a:cubicBezTo>
                  <a:pt x="36046" y="110982"/>
                  <a:pt x="15096" y="119749"/>
                  <a:pt x="0" y="131826"/>
                </a:cubicBezTo>
              </a:path>
            </a:pathLst>
          </a:custGeom>
          <a:noFill/>
          <a:ln w="19050" cap="flat" cmpd="sng">
            <a:solidFill>
              <a:schemeClr val="accent5"/>
            </a:solidFill>
            <a:prstDash val="dash"/>
            <a:round/>
            <a:headEnd type="none" w="med" len="med"/>
            <a:tailEnd type="none" w="med" len="med"/>
          </a:ln>
        </p:spPr>
      </p:sp>
      <p:grpSp>
        <p:nvGrpSpPr>
          <p:cNvPr id="667" name="Google Shape;667;p13"/>
          <p:cNvGrpSpPr/>
          <p:nvPr/>
        </p:nvGrpSpPr>
        <p:grpSpPr>
          <a:xfrm rot="-7874487">
            <a:off x="7445949" y="-249506"/>
            <a:ext cx="1580608" cy="1422013"/>
            <a:chOff x="3831720" y="930105"/>
            <a:chExt cx="4174638" cy="3755764"/>
          </a:xfrm>
        </p:grpSpPr>
        <p:sp>
          <p:nvSpPr>
            <p:cNvPr id="668" name="Google Shape;668;p13"/>
            <p:cNvSpPr/>
            <p:nvPr/>
          </p:nvSpPr>
          <p:spPr>
            <a:xfrm>
              <a:off x="3831720" y="117146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9" name="Google Shape;669;p13"/>
            <p:cNvGrpSpPr/>
            <p:nvPr/>
          </p:nvGrpSpPr>
          <p:grpSpPr>
            <a:xfrm>
              <a:off x="4138184" y="930105"/>
              <a:ext cx="3868174" cy="3755764"/>
              <a:chOff x="4138184" y="930105"/>
              <a:chExt cx="3868174" cy="3755764"/>
            </a:xfrm>
          </p:grpSpPr>
          <p:sp>
            <p:nvSpPr>
              <p:cNvPr id="670" name="Google Shape;670;p13"/>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3"/>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3"/>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3"/>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3"/>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3"/>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3"/>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3"/>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3"/>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3"/>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3"/>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3"/>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3"/>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3"/>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3"/>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3"/>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3"/>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3"/>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3"/>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3"/>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3"/>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3"/>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3"/>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3"/>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3"/>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3"/>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3"/>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3"/>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3"/>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3"/>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3"/>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3"/>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3"/>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3"/>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3"/>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3"/>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3"/>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3"/>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3"/>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3"/>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3"/>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3"/>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3"/>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3"/>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3"/>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3"/>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3"/>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3"/>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3"/>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3"/>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3"/>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3"/>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3"/>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3"/>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3"/>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3"/>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3"/>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3"/>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3"/>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3"/>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3"/>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3"/>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3"/>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3"/>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3"/>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3"/>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3"/>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3"/>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3"/>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3"/>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3"/>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3"/>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3"/>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3"/>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3"/>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3"/>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3"/>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3"/>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3"/>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3"/>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3"/>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3"/>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3"/>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3"/>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3"/>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3"/>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3"/>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3"/>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3"/>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3"/>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3"/>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13"/>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13"/>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3"/>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3"/>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3"/>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3"/>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3"/>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3"/>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3"/>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3"/>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3"/>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3"/>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3"/>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3"/>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3"/>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3"/>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3"/>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3"/>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3"/>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3"/>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3"/>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3"/>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3"/>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3"/>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3"/>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3"/>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3"/>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3"/>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3"/>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3"/>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3"/>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3"/>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3"/>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3"/>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3"/>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3"/>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3"/>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3"/>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3"/>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3"/>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3"/>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3"/>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3"/>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3"/>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805"/>
        <p:cNvGrpSpPr/>
        <p:nvPr/>
      </p:nvGrpSpPr>
      <p:grpSpPr>
        <a:xfrm>
          <a:off x="0" y="0"/>
          <a:ext cx="0" cy="0"/>
          <a:chOff x="0" y="0"/>
          <a:chExt cx="0" cy="0"/>
        </a:xfrm>
      </p:grpSpPr>
      <p:pic>
        <p:nvPicPr>
          <p:cNvPr id="806" name="Google Shape;806;p14"/>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807" name="Google Shape;807;p14"/>
          <p:cNvSpPr txBox="1">
            <a:spLocks noGrp="1"/>
          </p:cNvSpPr>
          <p:nvPr>
            <p:ph type="title"/>
          </p:nvPr>
        </p:nvSpPr>
        <p:spPr>
          <a:xfrm>
            <a:off x="5591175" y="3586200"/>
            <a:ext cx="2839800" cy="531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2400" b="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808" name="Google Shape;808;p14"/>
          <p:cNvSpPr txBox="1">
            <a:spLocks noGrp="1"/>
          </p:cNvSpPr>
          <p:nvPr>
            <p:ph type="subTitle" idx="1"/>
          </p:nvPr>
        </p:nvSpPr>
        <p:spPr>
          <a:xfrm>
            <a:off x="1809750" y="1025400"/>
            <a:ext cx="6621300" cy="24501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000"/>
              <a:buNone/>
              <a:defRPr sz="3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pic>
        <p:nvPicPr>
          <p:cNvPr id="809" name="Google Shape;809;p14"/>
          <p:cNvPicPr preferRelativeResize="0"/>
          <p:nvPr/>
        </p:nvPicPr>
        <p:blipFill>
          <a:blip r:embed="rId3">
            <a:alphaModFix/>
          </a:blip>
          <a:stretch>
            <a:fillRect/>
          </a:stretch>
        </p:blipFill>
        <p:spPr>
          <a:xfrm>
            <a:off x="4438651" y="-1302290"/>
            <a:ext cx="5295898" cy="2407246"/>
          </a:xfrm>
          <a:prstGeom prst="rect">
            <a:avLst/>
          </a:prstGeom>
          <a:noFill/>
          <a:ln>
            <a:noFill/>
          </a:ln>
        </p:spPr>
      </p:pic>
      <p:sp>
        <p:nvSpPr>
          <p:cNvPr id="810" name="Google Shape;810;p14"/>
          <p:cNvSpPr/>
          <p:nvPr/>
        </p:nvSpPr>
        <p:spPr>
          <a:xfrm>
            <a:off x="2800350" y="-266700"/>
            <a:ext cx="6410325" cy="771725"/>
          </a:xfrm>
          <a:custGeom>
            <a:avLst/>
            <a:gdLst/>
            <a:ahLst/>
            <a:cxnLst/>
            <a:rect l="l" t="t" r="r" b="b"/>
            <a:pathLst>
              <a:path w="256413" h="30869" extrusionOk="0">
                <a:moveTo>
                  <a:pt x="256413" y="19050"/>
                </a:moveTo>
                <a:cubicBezTo>
                  <a:pt x="234726" y="23869"/>
                  <a:pt x="208604" y="38231"/>
                  <a:pt x="190119" y="25908"/>
                </a:cubicBezTo>
                <a:cubicBezTo>
                  <a:pt x="186705" y="23632"/>
                  <a:pt x="190798" y="15776"/>
                  <a:pt x="194691" y="14478"/>
                </a:cubicBezTo>
                <a:cubicBezTo>
                  <a:pt x="198324" y="13267"/>
                  <a:pt x="202874" y="13592"/>
                  <a:pt x="206121" y="15621"/>
                </a:cubicBezTo>
                <a:cubicBezTo>
                  <a:pt x="207736" y="16631"/>
                  <a:pt x="207468" y="19989"/>
                  <a:pt x="206121" y="21336"/>
                </a:cubicBezTo>
                <a:cubicBezTo>
                  <a:pt x="198096" y="29361"/>
                  <a:pt x="182978" y="21877"/>
                  <a:pt x="172212" y="18288"/>
                </a:cubicBezTo>
                <a:cubicBezTo>
                  <a:pt x="160984" y="14545"/>
                  <a:pt x="148580" y="15094"/>
                  <a:pt x="136779" y="16002"/>
                </a:cubicBezTo>
                <a:cubicBezTo>
                  <a:pt x="121053" y="17212"/>
                  <a:pt x="106225" y="23861"/>
                  <a:pt x="91059" y="28194"/>
                </a:cubicBezTo>
                <a:cubicBezTo>
                  <a:pt x="80174" y="31304"/>
                  <a:pt x="68437" y="30967"/>
                  <a:pt x="57150" y="30099"/>
                </a:cubicBezTo>
                <a:cubicBezTo>
                  <a:pt x="44255" y="29107"/>
                  <a:pt x="31887" y="23810"/>
                  <a:pt x="20193" y="18288"/>
                </a:cubicBezTo>
                <a:cubicBezTo>
                  <a:pt x="11981" y="14410"/>
                  <a:pt x="8122" y="4061"/>
                  <a:pt x="0" y="0"/>
                </a:cubicBezTo>
              </a:path>
            </a:pathLst>
          </a:custGeom>
          <a:noFill/>
          <a:ln w="19050" cap="flat" cmpd="sng">
            <a:solidFill>
              <a:schemeClr val="accent5"/>
            </a:solidFill>
            <a:prstDash val="dash"/>
            <a:round/>
            <a:headEnd type="none" w="med" len="med"/>
            <a:tailEnd type="none" w="med" len="med"/>
          </a:ln>
        </p:spPr>
      </p:sp>
      <p:pic>
        <p:nvPicPr>
          <p:cNvPr id="811" name="Google Shape;811;p14"/>
          <p:cNvPicPr preferRelativeResize="0"/>
          <p:nvPr/>
        </p:nvPicPr>
        <p:blipFill>
          <a:blip r:embed="rId4">
            <a:alphaModFix/>
          </a:blip>
          <a:stretch>
            <a:fillRect/>
          </a:stretch>
        </p:blipFill>
        <p:spPr>
          <a:xfrm>
            <a:off x="-2028824" y="-961881"/>
            <a:ext cx="5295899" cy="254067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BLANK_1_1_1_1">
    <p:spTree>
      <p:nvGrpSpPr>
        <p:cNvPr id="1" name="Shape 957"/>
        <p:cNvGrpSpPr/>
        <p:nvPr/>
      </p:nvGrpSpPr>
      <p:grpSpPr>
        <a:xfrm>
          <a:off x="0" y="0"/>
          <a:ext cx="0" cy="0"/>
          <a:chOff x="0" y="0"/>
          <a:chExt cx="0" cy="0"/>
        </a:xfrm>
      </p:grpSpPr>
      <p:pic>
        <p:nvPicPr>
          <p:cNvPr id="958" name="Google Shape;958;p16"/>
          <p:cNvPicPr preferRelativeResize="0"/>
          <p:nvPr/>
        </p:nvPicPr>
        <p:blipFill>
          <a:blip r:embed="rId2">
            <a:alphaModFix amt="58000"/>
          </a:blip>
          <a:stretch>
            <a:fillRect/>
          </a:stretch>
        </p:blipFill>
        <p:spPr>
          <a:xfrm>
            <a:off x="0" y="0"/>
            <a:ext cx="9144003" cy="5143501"/>
          </a:xfrm>
          <a:prstGeom prst="rect">
            <a:avLst/>
          </a:prstGeom>
          <a:noFill/>
          <a:ln>
            <a:noFill/>
          </a:ln>
        </p:spPr>
      </p:pic>
      <p:pic>
        <p:nvPicPr>
          <p:cNvPr id="959" name="Google Shape;959;p16"/>
          <p:cNvPicPr preferRelativeResize="0"/>
          <p:nvPr/>
        </p:nvPicPr>
        <p:blipFill>
          <a:blip r:embed="rId3">
            <a:alphaModFix/>
          </a:blip>
          <a:stretch>
            <a:fillRect/>
          </a:stretch>
        </p:blipFill>
        <p:spPr>
          <a:xfrm flipH="1">
            <a:off x="2638426" y="-1137141"/>
            <a:ext cx="5295899" cy="2286248"/>
          </a:xfrm>
          <a:prstGeom prst="rect">
            <a:avLst/>
          </a:prstGeom>
          <a:noFill/>
          <a:ln>
            <a:noFill/>
          </a:ln>
        </p:spPr>
      </p:pic>
      <p:sp>
        <p:nvSpPr>
          <p:cNvPr id="960" name="Google Shape;960;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961" name="Google Shape;961;p16"/>
          <p:cNvPicPr preferRelativeResize="0"/>
          <p:nvPr/>
        </p:nvPicPr>
        <p:blipFill>
          <a:blip r:embed="rId4">
            <a:alphaModFix/>
          </a:blip>
          <a:stretch>
            <a:fillRect/>
          </a:stretch>
        </p:blipFill>
        <p:spPr>
          <a:xfrm flipH="1">
            <a:off x="-2449074" y="3486056"/>
            <a:ext cx="5295899" cy="2540678"/>
          </a:xfrm>
          <a:prstGeom prst="rect">
            <a:avLst/>
          </a:prstGeom>
          <a:noFill/>
          <a:ln>
            <a:noFill/>
          </a:ln>
        </p:spPr>
      </p:pic>
      <p:pic>
        <p:nvPicPr>
          <p:cNvPr id="962" name="Google Shape;962;p16"/>
          <p:cNvPicPr preferRelativeResize="0"/>
          <p:nvPr/>
        </p:nvPicPr>
        <p:blipFill>
          <a:blip r:embed="rId3">
            <a:alphaModFix/>
          </a:blip>
          <a:stretch>
            <a:fillRect/>
          </a:stretch>
        </p:blipFill>
        <p:spPr>
          <a:xfrm flipH="1">
            <a:off x="5543551" y="3841884"/>
            <a:ext cx="5295899" cy="2286248"/>
          </a:xfrm>
          <a:prstGeom prst="rect">
            <a:avLst/>
          </a:prstGeom>
          <a:noFill/>
          <a:ln>
            <a:noFill/>
          </a:ln>
        </p:spPr>
      </p:pic>
      <p:sp>
        <p:nvSpPr>
          <p:cNvPr id="963" name="Google Shape;963;p16"/>
          <p:cNvSpPr/>
          <p:nvPr/>
        </p:nvSpPr>
        <p:spPr>
          <a:xfrm>
            <a:off x="607999" y="-504825"/>
            <a:ext cx="8888425" cy="1790700"/>
          </a:xfrm>
          <a:custGeom>
            <a:avLst/>
            <a:gdLst/>
            <a:ahLst/>
            <a:cxnLst/>
            <a:rect l="l" t="t" r="r" b="b"/>
            <a:pathLst>
              <a:path w="355537" h="71628" extrusionOk="0">
                <a:moveTo>
                  <a:pt x="28639" y="0"/>
                </a:moveTo>
                <a:cubicBezTo>
                  <a:pt x="23081" y="8337"/>
                  <a:pt x="9816" y="8155"/>
                  <a:pt x="2731" y="15240"/>
                </a:cubicBezTo>
                <a:cubicBezTo>
                  <a:pt x="-593" y="18564"/>
                  <a:pt x="-974" y="26013"/>
                  <a:pt x="2350" y="29337"/>
                </a:cubicBezTo>
                <a:cubicBezTo>
                  <a:pt x="8310" y="35297"/>
                  <a:pt x="19500" y="34669"/>
                  <a:pt x="27496" y="32004"/>
                </a:cubicBezTo>
                <a:cubicBezTo>
                  <a:pt x="31277" y="30744"/>
                  <a:pt x="33951" y="27003"/>
                  <a:pt x="37783" y="25908"/>
                </a:cubicBezTo>
                <a:cubicBezTo>
                  <a:pt x="47686" y="23078"/>
                  <a:pt x="58590" y="22150"/>
                  <a:pt x="68644" y="24384"/>
                </a:cubicBezTo>
                <a:cubicBezTo>
                  <a:pt x="87852" y="28652"/>
                  <a:pt x="107415" y="40371"/>
                  <a:pt x="126556" y="35814"/>
                </a:cubicBezTo>
                <a:cubicBezTo>
                  <a:pt x="130709" y="34825"/>
                  <a:pt x="137605" y="33606"/>
                  <a:pt x="137605" y="29337"/>
                </a:cubicBezTo>
                <a:cubicBezTo>
                  <a:pt x="137605" y="24833"/>
                  <a:pt x="128217" y="21199"/>
                  <a:pt x="125032" y="24384"/>
                </a:cubicBezTo>
                <a:cubicBezTo>
                  <a:pt x="124040" y="25376"/>
                  <a:pt x="124420" y="27191"/>
                  <a:pt x="124651" y="28575"/>
                </a:cubicBezTo>
                <a:cubicBezTo>
                  <a:pt x="125006" y="30705"/>
                  <a:pt x="128298" y="31003"/>
                  <a:pt x="130366" y="31623"/>
                </a:cubicBezTo>
                <a:cubicBezTo>
                  <a:pt x="136026" y="33321"/>
                  <a:pt x="141991" y="34601"/>
                  <a:pt x="147892" y="34290"/>
                </a:cubicBezTo>
                <a:cubicBezTo>
                  <a:pt x="172123" y="33015"/>
                  <a:pt x="195698" y="21893"/>
                  <a:pt x="219901" y="23622"/>
                </a:cubicBezTo>
                <a:cubicBezTo>
                  <a:pt x="239852" y="25047"/>
                  <a:pt x="258774" y="39024"/>
                  <a:pt x="278575" y="36195"/>
                </a:cubicBezTo>
                <a:cubicBezTo>
                  <a:pt x="281894" y="35721"/>
                  <a:pt x="285916" y="31307"/>
                  <a:pt x="284671" y="28194"/>
                </a:cubicBezTo>
                <a:cubicBezTo>
                  <a:pt x="283728" y="25836"/>
                  <a:pt x="276633" y="25689"/>
                  <a:pt x="277051" y="28194"/>
                </a:cubicBezTo>
                <a:cubicBezTo>
                  <a:pt x="278902" y="39299"/>
                  <a:pt x="300544" y="28879"/>
                  <a:pt x="310198" y="34671"/>
                </a:cubicBezTo>
                <a:cubicBezTo>
                  <a:pt x="317806" y="39236"/>
                  <a:pt x="315092" y="52319"/>
                  <a:pt x="320866" y="59055"/>
                </a:cubicBezTo>
                <a:cubicBezTo>
                  <a:pt x="328866" y="68389"/>
                  <a:pt x="343244" y="71628"/>
                  <a:pt x="355537" y="71628"/>
                </a:cubicBezTo>
              </a:path>
            </a:pathLst>
          </a:custGeom>
          <a:noFill/>
          <a:ln w="19050" cap="flat" cmpd="sng">
            <a:solidFill>
              <a:schemeClr val="accent5"/>
            </a:solidFill>
            <a:prstDash val="dash"/>
            <a:round/>
            <a:headEnd type="none" w="med" len="med"/>
            <a:tailEnd type="none" w="med" len="med"/>
          </a:ln>
        </p:spPr>
      </p:sp>
      <p:sp>
        <p:nvSpPr>
          <p:cNvPr id="964" name="Google Shape;964;p16"/>
          <p:cNvSpPr/>
          <p:nvPr/>
        </p:nvSpPr>
        <p:spPr>
          <a:xfrm>
            <a:off x="-352425" y="2454588"/>
            <a:ext cx="3876675" cy="3031800"/>
          </a:xfrm>
          <a:custGeom>
            <a:avLst/>
            <a:gdLst/>
            <a:ahLst/>
            <a:cxnLst/>
            <a:rect l="l" t="t" r="r" b="b"/>
            <a:pathLst>
              <a:path w="155067" h="121272" extrusionOk="0">
                <a:moveTo>
                  <a:pt x="0" y="28689"/>
                </a:moveTo>
                <a:cubicBezTo>
                  <a:pt x="9500" y="31064"/>
                  <a:pt x="19212" y="18055"/>
                  <a:pt x="21336" y="8496"/>
                </a:cubicBezTo>
                <a:cubicBezTo>
                  <a:pt x="21964" y="5669"/>
                  <a:pt x="21797" y="-802"/>
                  <a:pt x="19050" y="114"/>
                </a:cubicBezTo>
                <a:cubicBezTo>
                  <a:pt x="4685" y="4902"/>
                  <a:pt x="34698" y="26999"/>
                  <a:pt x="36576" y="42024"/>
                </a:cubicBezTo>
                <a:cubicBezTo>
                  <a:pt x="38866" y="60340"/>
                  <a:pt x="13234" y="81712"/>
                  <a:pt x="24765" y="96126"/>
                </a:cubicBezTo>
                <a:cubicBezTo>
                  <a:pt x="30954" y="103862"/>
                  <a:pt x="45085" y="99640"/>
                  <a:pt x="54483" y="96507"/>
                </a:cubicBezTo>
                <a:cubicBezTo>
                  <a:pt x="64038" y="93322"/>
                  <a:pt x="74627" y="92308"/>
                  <a:pt x="84582" y="93840"/>
                </a:cubicBezTo>
                <a:cubicBezTo>
                  <a:pt x="109500" y="97674"/>
                  <a:pt x="129855" y="121272"/>
                  <a:pt x="155067" y="121272"/>
                </a:cubicBezTo>
              </a:path>
            </a:pathLst>
          </a:custGeom>
          <a:noFill/>
          <a:ln w="19050" cap="flat" cmpd="sng">
            <a:solidFill>
              <a:schemeClr val="accent5"/>
            </a:solidFill>
            <a:prstDash val="dash"/>
            <a:round/>
            <a:headEnd type="none" w="med" len="med"/>
            <a:tailEnd type="none" w="med" len="med"/>
          </a:ln>
        </p:spPr>
      </p:sp>
      <p:grpSp>
        <p:nvGrpSpPr>
          <p:cNvPr id="965" name="Google Shape;965;p16"/>
          <p:cNvGrpSpPr/>
          <p:nvPr/>
        </p:nvGrpSpPr>
        <p:grpSpPr>
          <a:xfrm rot="1601181" flipH="1">
            <a:off x="8224730" y="3764413"/>
            <a:ext cx="1225637" cy="1371873"/>
            <a:chOff x="4138184" y="930105"/>
            <a:chExt cx="3868174" cy="4329704"/>
          </a:xfrm>
        </p:grpSpPr>
        <p:sp>
          <p:nvSpPr>
            <p:cNvPr id="966" name="Google Shape;966;p16"/>
            <p:cNvSpPr/>
            <p:nvPr/>
          </p:nvSpPr>
          <p:spPr>
            <a:xfrm>
              <a:off x="4368726" y="312298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7" name="Google Shape;967;p16"/>
            <p:cNvGrpSpPr/>
            <p:nvPr/>
          </p:nvGrpSpPr>
          <p:grpSpPr>
            <a:xfrm>
              <a:off x="4138184" y="930105"/>
              <a:ext cx="3868174" cy="3755764"/>
              <a:chOff x="4138184" y="930105"/>
              <a:chExt cx="3868174" cy="3755764"/>
            </a:xfrm>
          </p:grpSpPr>
          <p:sp>
            <p:nvSpPr>
              <p:cNvPr id="968" name="Google Shape;968;p16"/>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6"/>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6"/>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6"/>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6"/>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6"/>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6"/>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6"/>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6"/>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6"/>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6"/>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6"/>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6"/>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6"/>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6"/>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6"/>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6"/>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6"/>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6"/>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6"/>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6"/>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6"/>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6"/>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6"/>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6"/>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6"/>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6"/>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6"/>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6"/>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6"/>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6"/>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6"/>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6"/>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6"/>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6"/>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6"/>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6"/>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6"/>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6"/>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6"/>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6"/>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6"/>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6"/>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6"/>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6"/>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6"/>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6"/>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6"/>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6"/>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6"/>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6"/>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6"/>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6"/>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6"/>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6"/>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6"/>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6"/>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6"/>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6"/>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6"/>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6"/>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6"/>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6"/>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6"/>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6"/>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6"/>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6"/>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6"/>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6"/>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6"/>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6"/>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6"/>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6"/>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6"/>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6"/>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6"/>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6"/>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6"/>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6"/>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16"/>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6"/>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6"/>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6"/>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6"/>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6"/>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6"/>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6"/>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16"/>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16"/>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6"/>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6"/>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6"/>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6"/>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6"/>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6"/>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6"/>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6"/>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6"/>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16"/>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6"/>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6"/>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6"/>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6"/>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6"/>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6"/>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6"/>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6"/>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6"/>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6"/>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6"/>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6"/>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6"/>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6"/>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6"/>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6"/>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6"/>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6"/>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6"/>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6"/>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6"/>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6"/>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6"/>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6"/>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6"/>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6"/>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6"/>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6"/>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6"/>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6"/>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6"/>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6"/>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6"/>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6"/>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6"/>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6"/>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1554"/>
        <p:cNvGrpSpPr/>
        <p:nvPr/>
      </p:nvGrpSpPr>
      <p:grpSpPr>
        <a:xfrm>
          <a:off x="0" y="0"/>
          <a:ext cx="0" cy="0"/>
          <a:chOff x="0" y="0"/>
          <a:chExt cx="0" cy="0"/>
        </a:xfrm>
      </p:grpSpPr>
      <p:pic>
        <p:nvPicPr>
          <p:cNvPr id="1555" name="Google Shape;1555;p21"/>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556" name="Google Shape;1556;p21"/>
          <p:cNvSpPr txBox="1">
            <a:spLocks noGrp="1"/>
          </p:cNvSpPr>
          <p:nvPr>
            <p:ph type="title"/>
          </p:nvPr>
        </p:nvSpPr>
        <p:spPr>
          <a:xfrm>
            <a:off x="2135550" y="1790700"/>
            <a:ext cx="4872900" cy="2085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15000" b="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557" name="Google Shape;1557;p21"/>
          <p:cNvSpPr txBox="1">
            <a:spLocks noGrp="1"/>
          </p:cNvSpPr>
          <p:nvPr>
            <p:ph type="subTitle" idx="1"/>
          </p:nvPr>
        </p:nvSpPr>
        <p:spPr>
          <a:xfrm>
            <a:off x="2135550" y="3675725"/>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558" name="Google Shape;1558;p21"/>
          <p:cNvPicPr preferRelativeResize="0"/>
          <p:nvPr/>
        </p:nvPicPr>
        <p:blipFill>
          <a:blip r:embed="rId3">
            <a:alphaModFix/>
          </a:blip>
          <a:stretch>
            <a:fillRect/>
          </a:stretch>
        </p:blipFill>
        <p:spPr>
          <a:xfrm>
            <a:off x="7008451" y="3057645"/>
            <a:ext cx="5295899" cy="2856025"/>
          </a:xfrm>
          <a:prstGeom prst="rect">
            <a:avLst/>
          </a:prstGeom>
          <a:noFill/>
          <a:ln>
            <a:noFill/>
          </a:ln>
        </p:spPr>
      </p:pic>
      <p:pic>
        <p:nvPicPr>
          <p:cNvPr id="1559" name="Google Shape;1559;p21"/>
          <p:cNvPicPr preferRelativeResize="0"/>
          <p:nvPr/>
        </p:nvPicPr>
        <p:blipFill>
          <a:blip r:embed="rId3">
            <a:alphaModFix/>
          </a:blip>
          <a:stretch>
            <a:fillRect/>
          </a:stretch>
        </p:blipFill>
        <p:spPr>
          <a:xfrm>
            <a:off x="-3211874" y="2762370"/>
            <a:ext cx="5295899" cy="2856025"/>
          </a:xfrm>
          <a:prstGeom prst="rect">
            <a:avLst/>
          </a:prstGeom>
          <a:noFill/>
          <a:ln>
            <a:noFill/>
          </a:ln>
        </p:spPr>
      </p:pic>
      <p:sp>
        <p:nvSpPr>
          <p:cNvPr id="1560" name="Google Shape;1560;p21"/>
          <p:cNvSpPr/>
          <p:nvPr/>
        </p:nvSpPr>
        <p:spPr>
          <a:xfrm>
            <a:off x="7410450" y="2819400"/>
            <a:ext cx="2019300" cy="2562225"/>
          </a:xfrm>
          <a:custGeom>
            <a:avLst/>
            <a:gdLst/>
            <a:ahLst/>
            <a:cxnLst/>
            <a:rect l="l" t="t" r="r" b="b"/>
            <a:pathLst>
              <a:path w="80772" h="102489" extrusionOk="0">
                <a:moveTo>
                  <a:pt x="0" y="102489"/>
                </a:moveTo>
                <a:cubicBezTo>
                  <a:pt x="11886" y="99942"/>
                  <a:pt x="24875" y="95283"/>
                  <a:pt x="32385" y="85725"/>
                </a:cubicBezTo>
                <a:cubicBezTo>
                  <a:pt x="35292" y="82025"/>
                  <a:pt x="36475" y="74956"/>
                  <a:pt x="33147" y="71628"/>
                </a:cubicBezTo>
                <a:cubicBezTo>
                  <a:pt x="31163" y="69644"/>
                  <a:pt x="27370" y="69824"/>
                  <a:pt x="24765" y="70866"/>
                </a:cubicBezTo>
                <a:cubicBezTo>
                  <a:pt x="22845" y="71634"/>
                  <a:pt x="22854" y="75042"/>
                  <a:pt x="23622" y="76962"/>
                </a:cubicBezTo>
                <a:cubicBezTo>
                  <a:pt x="27344" y="86268"/>
                  <a:pt x="46993" y="89291"/>
                  <a:pt x="53340" y="81534"/>
                </a:cubicBezTo>
                <a:cubicBezTo>
                  <a:pt x="58670" y="75020"/>
                  <a:pt x="59616" y="63799"/>
                  <a:pt x="55626" y="56388"/>
                </a:cubicBezTo>
                <a:cubicBezTo>
                  <a:pt x="50887" y="47586"/>
                  <a:pt x="40267" y="39579"/>
                  <a:pt x="41910" y="29718"/>
                </a:cubicBezTo>
                <a:cubicBezTo>
                  <a:pt x="43765" y="18586"/>
                  <a:pt x="57781" y="12723"/>
                  <a:pt x="68199" y="8382"/>
                </a:cubicBezTo>
                <a:cubicBezTo>
                  <a:pt x="72848" y="6445"/>
                  <a:pt x="76267" y="2253"/>
                  <a:pt x="80772" y="0"/>
                </a:cubicBezTo>
              </a:path>
            </a:pathLst>
          </a:custGeom>
          <a:noFill/>
          <a:ln w="19050" cap="flat" cmpd="sng">
            <a:solidFill>
              <a:schemeClr val="accent5"/>
            </a:solidFill>
            <a:prstDash val="dash"/>
            <a:round/>
            <a:headEnd type="none" w="med" len="med"/>
            <a:tailEnd type="none" w="med" len="med"/>
          </a:ln>
        </p:spPr>
      </p:sp>
      <p:pic>
        <p:nvPicPr>
          <p:cNvPr id="1561" name="Google Shape;1561;p21"/>
          <p:cNvPicPr preferRelativeResize="0"/>
          <p:nvPr/>
        </p:nvPicPr>
        <p:blipFill>
          <a:blip r:embed="rId4">
            <a:alphaModFix/>
          </a:blip>
          <a:stretch>
            <a:fillRect/>
          </a:stretch>
        </p:blipFill>
        <p:spPr>
          <a:xfrm>
            <a:off x="5610226" y="-242349"/>
            <a:ext cx="5295897" cy="2290213"/>
          </a:xfrm>
          <a:prstGeom prst="rect">
            <a:avLst/>
          </a:prstGeom>
          <a:noFill/>
          <a:ln>
            <a:noFill/>
          </a:ln>
        </p:spPr>
      </p:pic>
      <p:pic>
        <p:nvPicPr>
          <p:cNvPr id="1562" name="Google Shape;1562;p21"/>
          <p:cNvPicPr preferRelativeResize="0"/>
          <p:nvPr/>
        </p:nvPicPr>
        <p:blipFill>
          <a:blip r:embed="rId5">
            <a:alphaModFix/>
          </a:blip>
          <a:stretch>
            <a:fillRect/>
          </a:stretch>
        </p:blipFill>
        <p:spPr>
          <a:xfrm>
            <a:off x="-1628774" y="-228165"/>
            <a:ext cx="5295898" cy="2407246"/>
          </a:xfrm>
          <a:prstGeom prst="rect">
            <a:avLst/>
          </a:prstGeom>
          <a:noFill/>
          <a:ln>
            <a:noFill/>
          </a:ln>
        </p:spPr>
      </p:pic>
      <p:sp>
        <p:nvSpPr>
          <p:cNvPr id="1563" name="Google Shape;1563;p21"/>
          <p:cNvSpPr/>
          <p:nvPr/>
        </p:nvSpPr>
        <p:spPr>
          <a:xfrm rot="530494">
            <a:off x="-809680" y="2269255"/>
            <a:ext cx="3467040" cy="3074272"/>
          </a:xfrm>
          <a:custGeom>
            <a:avLst/>
            <a:gdLst/>
            <a:ahLst/>
            <a:cxnLst/>
            <a:rect l="l" t="t" r="r" b="b"/>
            <a:pathLst>
              <a:path w="138684" h="122973" extrusionOk="0">
                <a:moveTo>
                  <a:pt x="0" y="4482"/>
                </a:moveTo>
                <a:cubicBezTo>
                  <a:pt x="8886" y="-2183"/>
                  <a:pt x="27432" y="-1614"/>
                  <a:pt x="33147" y="7911"/>
                </a:cubicBezTo>
                <a:cubicBezTo>
                  <a:pt x="39360" y="18266"/>
                  <a:pt x="29271" y="33305"/>
                  <a:pt x="34671" y="44106"/>
                </a:cubicBezTo>
                <a:cubicBezTo>
                  <a:pt x="39371" y="53507"/>
                  <a:pt x="51701" y="57078"/>
                  <a:pt x="57531" y="65823"/>
                </a:cubicBezTo>
                <a:cubicBezTo>
                  <a:pt x="64402" y="76129"/>
                  <a:pt x="61064" y="91016"/>
                  <a:pt x="67437" y="101637"/>
                </a:cubicBezTo>
                <a:cubicBezTo>
                  <a:pt x="72973" y="110863"/>
                  <a:pt x="88509" y="106004"/>
                  <a:pt x="99060" y="108114"/>
                </a:cubicBezTo>
                <a:cubicBezTo>
                  <a:pt x="104507" y="109203"/>
                  <a:pt x="109996" y="110073"/>
                  <a:pt x="115443" y="111162"/>
                </a:cubicBezTo>
                <a:cubicBezTo>
                  <a:pt x="123964" y="112866"/>
                  <a:pt x="130253" y="120865"/>
                  <a:pt x="138684" y="122973"/>
                </a:cubicBezTo>
              </a:path>
            </a:pathLst>
          </a:custGeom>
          <a:noFill/>
          <a:ln w="19050" cap="flat" cmpd="sng">
            <a:solidFill>
              <a:schemeClr val="accent5"/>
            </a:solidFill>
            <a:prstDash val="dash"/>
            <a:round/>
            <a:headEnd type="none" w="med" len="med"/>
            <a:tailEnd type="none" w="med" len="med"/>
          </a:ln>
        </p:spPr>
      </p:sp>
      <p:pic>
        <p:nvPicPr>
          <p:cNvPr id="1564" name="Google Shape;1564;p21"/>
          <p:cNvPicPr preferRelativeResize="0"/>
          <p:nvPr/>
        </p:nvPicPr>
        <p:blipFill>
          <a:blip r:embed="rId6">
            <a:alphaModFix/>
          </a:blip>
          <a:stretch>
            <a:fillRect/>
          </a:stretch>
        </p:blipFill>
        <p:spPr>
          <a:xfrm>
            <a:off x="2771776" y="-720584"/>
            <a:ext cx="5295899" cy="237338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4">
  <p:cSld name="CUSTOM_4_1_1_1">
    <p:spTree>
      <p:nvGrpSpPr>
        <p:cNvPr id="1" name="Shape 1565"/>
        <p:cNvGrpSpPr/>
        <p:nvPr/>
      </p:nvGrpSpPr>
      <p:grpSpPr>
        <a:xfrm>
          <a:off x="0" y="0"/>
          <a:ext cx="0" cy="0"/>
          <a:chOff x="0" y="0"/>
          <a:chExt cx="0" cy="0"/>
        </a:xfrm>
      </p:grpSpPr>
      <p:pic>
        <p:nvPicPr>
          <p:cNvPr id="1566" name="Google Shape;1566;p22"/>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567" name="Google Shape;1567;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68" name="Google Shape;1568;p22"/>
          <p:cNvSpPr txBox="1">
            <a:spLocks noGrp="1"/>
          </p:cNvSpPr>
          <p:nvPr>
            <p:ph type="body" idx="1"/>
          </p:nvPr>
        </p:nvSpPr>
        <p:spPr>
          <a:xfrm>
            <a:off x="720000" y="1215750"/>
            <a:ext cx="4709100" cy="2803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Lexend Deca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pic>
        <p:nvPicPr>
          <p:cNvPr id="1569" name="Google Shape;1569;p22"/>
          <p:cNvPicPr preferRelativeResize="0"/>
          <p:nvPr/>
        </p:nvPicPr>
        <p:blipFill>
          <a:blip r:embed="rId3">
            <a:alphaModFix/>
          </a:blip>
          <a:stretch>
            <a:fillRect/>
          </a:stretch>
        </p:blipFill>
        <p:spPr>
          <a:xfrm flipH="1">
            <a:off x="-2400299" y="-1234173"/>
            <a:ext cx="5295899" cy="2251888"/>
          </a:xfrm>
          <a:prstGeom prst="rect">
            <a:avLst/>
          </a:prstGeom>
          <a:noFill/>
          <a:ln>
            <a:noFill/>
          </a:ln>
        </p:spPr>
      </p:pic>
      <p:pic>
        <p:nvPicPr>
          <p:cNvPr id="1570" name="Google Shape;1570;p22"/>
          <p:cNvPicPr preferRelativeResize="0"/>
          <p:nvPr/>
        </p:nvPicPr>
        <p:blipFill>
          <a:blip r:embed="rId4">
            <a:alphaModFix/>
          </a:blip>
          <a:stretch>
            <a:fillRect/>
          </a:stretch>
        </p:blipFill>
        <p:spPr>
          <a:xfrm flipH="1">
            <a:off x="5972176" y="4174585"/>
            <a:ext cx="5295898" cy="2407246"/>
          </a:xfrm>
          <a:prstGeom prst="rect">
            <a:avLst/>
          </a:prstGeom>
          <a:noFill/>
          <a:ln>
            <a:noFill/>
          </a:ln>
        </p:spPr>
      </p:pic>
      <p:pic>
        <p:nvPicPr>
          <p:cNvPr id="1571" name="Google Shape;1571;p22"/>
          <p:cNvPicPr preferRelativeResize="0"/>
          <p:nvPr/>
        </p:nvPicPr>
        <p:blipFill>
          <a:blip r:embed="rId5">
            <a:alphaModFix/>
          </a:blip>
          <a:stretch>
            <a:fillRect/>
          </a:stretch>
        </p:blipFill>
        <p:spPr>
          <a:xfrm flipH="1">
            <a:off x="-1963300" y="3936819"/>
            <a:ext cx="5295899" cy="254067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572"/>
        <p:cNvGrpSpPr/>
        <p:nvPr/>
      </p:nvGrpSpPr>
      <p:grpSpPr>
        <a:xfrm>
          <a:off x="0" y="0"/>
          <a:ext cx="0" cy="0"/>
          <a:chOff x="0" y="0"/>
          <a:chExt cx="0" cy="0"/>
        </a:xfrm>
      </p:grpSpPr>
      <p:pic>
        <p:nvPicPr>
          <p:cNvPr id="1573" name="Google Shape;1573;p23"/>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574" name="Google Shape;1574;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75" name="Google Shape;1575;p23"/>
          <p:cNvSpPr txBox="1">
            <a:spLocks noGrp="1"/>
          </p:cNvSpPr>
          <p:nvPr>
            <p:ph type="subTitle" idx="1"/>
          </p:nvPr>
        </p:nvSpPr>
        <p:spPr>
          <a:xfrm>
            <a:off x="2990696" y="3640836"/>
            <a:ext cx="4318800" cy="827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6" name="Google Shape;1576;p23"/>
          <p:cNvSpPr txBox="1">
            <a:spLocks noGrp="1"/>
          </p:cNvSpPr>
          <p:nvPr>
            <p:ph type="subTitle" idx="2"/>
          </p:nvPr>
        </p:nvSpPr>
        <p:spPr>
          <a:xfrm>
            <a:off x="1834496" y="1964437"/>
            <a:ext cx="4318800" cy="82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7" name="Google Shape;1577;p23"/>
          <p:cNvSpPr txBox="1">
            <a:spLocks noGrp="1"/>
          </p:cNvSpPr>
          <p:nvPr>
            <p:ph type="subTitle" idx="3"/>
          </p:nvPr>
        </p:nvSpPr>
        <p:spPr>
          <a:xfrm>
            <a:off x="1834496" y="1476813"/>
            <a:ext cx="43188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78" name="Google Shape;1578;p23"/>
          <p:cNvSpPr txBox="1">
            <a:spLocks noGrp="1"/>
          </p:cNvSpPr>
          <p:nvPr>
            <p:ph type="subTitle" idx="4"/>
          </p:nvPr>
        </p:nvSpPr>
        <p:spPr>
          <a:xfrm>
            <a:off x="2990704" y="3153213"/>
            <a:ext cx="4318800" cy="5589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579" name="Google Shape;1579;p23"/>
          <p:cNvPicPr preferRelativeResize="0"/>
          <p:nvPr/>
        </p:nvPicPr>
        <p:blipFill>
          <a:blip r:embed="rId3">
            <a:alphaModFix/>
          </a:blip>
          <a:stretch>
            <a:fillRect/>
          </a:stretch>
        </p:blipFill>
        <p:spPr>
          <a:xfrm flipH="1">
            <a:off x="6343651" y="-1140056"/>
            <a:ext cx="5295899" cy="2540678"/>
          </a:xfrm>
          <a:prstGeom prst="rect">
            <a:avLst/>
          </a:prstGeom>
          <a:noFill/>
          <a:ln>
            <a:noFill/>
          </a:ln>
        </p:spPr>
      </p:pic>
      <p:grpSp>
        <p:nvGrpSpPr>
          <p:cNvPr id="1580" name="Google Shape;1580;p23"/>
          <p:cNvGrpSpPr/>
          <p:nvPr/>
        </p:nvGrpSpPr>
        <p:grpSpPr>
          <a:xfrm rot="-401264">
            <a:off x="-584108" y="13034"/>
            <a:ext cx="1464787" cy="1541509"/>
            <a:chOff x="4138184" y="930105"/>
            <a:chExt cx="3868174" cy="4070780"/>
          </a:xfrm>
        </p:grpSpPr>
        <p:sp>
          <p:nvSpPr>
            <p:cNvPr id="1581" name="Google Shape;1581;p23"/>
            <p:cNvSpPr/>
            <p:nvPr/>
          </p:nvSpPr>
          <p:spPr>
            <a:xfrm>
              <a:off x="4443675" y="2864062"/>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2" name="Google Shape;1582;p23"/>
            <p:cNvGrpSpPr/>
            <p:nvPr/>
          </p:nvGrpSpPr>
          <p:grpSpPr>
            <a:xfrm>
              <a:off x="4138184" y="930105"/>
              <a:ext cx="3868174" cy="3755764"/>
              <a:chOff x="4138184" y="930105"/>
              <a:chExt cx="3868174" cy="3755764"/>
            </a:xfrm>
          </p:grpSpPr>
          <p:sp>
            <p:nvSpPr>
              <p:cNvPr id="1583" name="Google Shape;1583;p23"/>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3"/>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3"/>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3"/>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23"/>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23"/>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23"/>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23"/>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23"/>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23"/>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23"/>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23"/>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23"/>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23"/>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23"/>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23"/>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23"/>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23"/>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23"/>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23"/>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23"/>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23"/>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23"/>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23"/>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23"/>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23"/>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23"/>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23"/>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23"/>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23"/>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23"/>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23"/>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23"/>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23"/>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23"/>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23"/>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23"/>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23"/>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23"/>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23"/>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23"/>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23"/>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23"/>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23"/>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23"/>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23"/>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23"/>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23"/>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23"/>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23"/>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23"/>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23"/>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23"/>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23"/>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23"/>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23"/>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23"/>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23"/>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23"/>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23"/>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23"/>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23"/>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23"/>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23"/>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23"/>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23"/>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23"/>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23"/>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23"/>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23"/>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23"/>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23"/>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23"/>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23"/>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23"/>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23"/>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23"/>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23"/>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23"/>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23"/>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23"/>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23"/>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23"/>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23"/>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23"/>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23"/>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23"/>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23"/>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23"/>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23"/>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23"/>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23"/>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23"/>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23"/>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23"/>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23"/>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23"/>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23"/>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23"/>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23"/>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23"/>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23"/>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23"/>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23"/>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23"/>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23"/>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23"/>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23"/>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23"/>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23"/>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23"/>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23"/>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23"/>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23"/>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23"/>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23"/>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23"/>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23"/>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23"/>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23"/>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23"/>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23"/>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23"/>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23"/>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23"/>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23"/>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23"/>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23"/>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23"/>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3"/>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23"/>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23"/>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23"/>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23"/>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3"/>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18" name="Google Shape;1718;p23"/>
          <p:cNvSpPr/>
          <p:nvPr/>
        </p:nvSpPr>
        <p:spPr>
          <a:xfrm>
            <a:off x="-104775" y="1695450"/>
            <a:ext cx="629775" cy="3886200"/>
          </a:xfrm>
          <a:custGeom>
            <a:avLst/>
            <a:gdLst/>
            <a:ahLst/>
            <a:cxnLst/>
            <a:rect l="l" t="t" r="r" b="b"/>
            <a:pathLst>
              <a:path w="25191" h="155448" extrusionOk="0">
                <a:moveTo>
                  <a:pt x="0" y="0"/>
                </a:moveTo>
                <a:cubicBezTo>
                  <a:pt x="2018" y="10090"/>
                  <a:pt x="16342" y="14976"/>
                  <a:pt x="17907" y="25146"/>
                </a:cubicBezTo>
                <a:cubicBezTo>
                  <a:pt x="20160" y="39790"/>
                  <a:pt x="1022" y="54581"/>
                  <a:pt x="6858" y="68199"/>
                </a:cubicBezTo>
                <a:cubicBezTo>
                  <a:pt x="8962" y="73109"/>
                  <a:pt x="16860" y="74200"/>
                  <a:pt x="22098" y="73152"/>
                </a:cubicBezTo>
                <a:cubicBezTo>
                  <a:pt x="24849" y="72602"/>
                  <a:pt x="24142" y="64770"/>
                  <a:pt x="21336" y="64770"/>
                </a:cubicBezTo>
                <a:cubicBezTo>
                  <a:pt x="18551" y="64770"/>
                  <a:pt x="18215" y="69622"/>
                  <a:pt x="17907" y="72390"/>
                </a:cubicBezTo>
                <a:cubicBezTo>
                  <a:pt x="17289" y="77950"/>
                  <a:pt x="16048" y="83669"/>
                  <a:pt x="17145" y="89154"/>
                </a:cubicBezTo>
                <a:cubicBezTo>
                  <a:pt x="17936" y="93110"/>
                  <a:pt x="21752" y="95943"/>
                  <a:pt x="22860" y="99822"/>
                </a:cubicBezTo>
                <a:cubicBezTo>
                  <a:pt x="25130" y="107768"/>
                  <a:pt x="26077" y="116588"/>
                  <a:pt x="24003" y="124587"/>
                </a:cubicBezTo>
                <a:cubicBezTo>
                  <a:pt x="22238" y="131393"/>
                  <a:pt x="20766" y="138618"/>
                  <a:pt x="16764" y="144399"/>
                </a:cubicBezTo>
                <a:cubicBezTo>
                  <a:pt x="14370" y="147857"/>
                  <a:pt x="10668" y="151242"/>
                  <a:pt x="10668" y="155448"/>
                </a:cubicBezTo>
              </a:path>
            </a:pathLst>
          </a:custGeom>
          <a:noFill/>
          <a:ln w="19050" cap="flat" cmpd="sng">
            <a:solidFill>
              <a:schemeClr val="accent5"/>
            </a:solidFill>
            <a:prstDash val="dash"/>
            <a:round/>
            <a:headEnd type="none" w="med" len="med"/>
            <a:tailEnd type="none" w="med" len="med"/>
          </a:ln>
        </p:spPr>
      </p:sp>
      <p:sp>
        <p:nvSpPr>
          <p:cNvPr id="1719" name="Google Shape;1719;p23"/>
          <p:cNvSpPr/>
          <p:nvPr/>
        </p:nvSpPr>
        <p:spPr>
          <a:xfrm>
            <a:off x="5800725" y="-133350"/>
            <a:ext cx="3829050" cy="4267200"/>
          </a:xfrm>
          <a:custGeom>
            <a:avLst/>
            <a:gdLst/>
            <a:ahLst/>
            <a:cxnLst/>
            <a:rect l="l" t="t" r="r" b="b"/>
            <a:pathLst>
              <a:path w="153162" h="170688" extrusionOk="0">
                <a:moveTo>
                  <a:pt x="0" y="0"/>
                </a:moveTo>
                <a:cubicBezTo>
                  <a:pt x="1503" y="9020"/>
                  <a:pt x="12894" y="14358"/>
                  <a:pt x="21717" y="16764"/>
                </a:cubicBezTo>
                <a:cubicBezTo>
                  <a:pt x="33191" y="19893"/>
                  <a:pt x="45488" y="23287"/>
                  <a:pt x="57150" y="20955"/>
                </a:cubicBezTo>
                <a:cubicBezTo>
                  <a:pt x="59949" y="20395"/>
                  <a:pt x="63829" y="19182"/>
                  <a:pt x="64389" y="16383"/>
                </a:cubicBezTo>
                <a:cubicBezTo>
                  <a:pt x="64900" y="13828"/>
                  <a:pt x="61610" y="10157"/>
                  <a:pt x="59055" y="10668"/>
                </a:cubicBezTo>
                <a:cubicBezTo>
                  <a:pt x="56335" y="11212"/>
                  <a:pt x="58860" y="17429"/>
                  <a:pt x="61341" y="18669"/>
                </a:cubicBezTo>
                <a:cubicBezTo>
                  <a:pt x="74784" y="25390"/>
                  <a:pt x="91361" y="16900"/>
                  <a:pt x="106299" y="15240"/>
                </a:cubicBezTo>
                <a:cubicBezTo>
                  <a:pt x="111097" y="14707"/>
                  <a:pt x="117068" y="12530"/>
                  <a:pt x="120777" y="15621"/>
                </a:cubicBezTo>
                <a:cubicBezTo>
                  <a:pt x="128509" y="22064"/>
                  <a:pt x="118208" y="35662"/>
                  <a:pt x="115443" y="45339"/>
                </a:cubicBezTo>
                <a:cubicBezTo>
                  <a:pt x="113216" y="53132"/>
                  <a:pt x="124677" y="58667"/>
                  <a:pt x="129540" y="65151"/>
                </a:cubicBezTo>
                <a:cubicBezTo>
                  <a:pt x="131451" y="67699"/>
                  <a:pt x="130302" y="71491"/>
                  <a:pt x="130302" y="74676"/>
                </a:cubicBezTo>
                <a:cubicBezTo>
                  <a:pt x="130302" y="88540"/>
                  <a:pt x="112776" y="98531"/>
                  <a:pt x="112776" y="112395"/>
                </a:cubicBezTo>
                <a:cubicBezTo>
                  <a:pt x="112776" y="123658"/>
                  <a:pt x="122994" y="132567"/>
                  <a:pt x="129540" y="141732"/>
                </a:cubicBezTo>
                <a:cubicBezTo>
                  <a:pt x="136780" y="151868"/>
                  <a:pt x="144354" y="161880"/>
                  <a:pt x="153162" y="170688"/>
                </a:cubicBezTo>
              </a:path>
            </a:pathLst>
          </a:custGeom>
          <a:noFill/>
          <a:ln w="19050" cap="flat" cmpd="sng">
            <a:solidFill>
              <a:schemeClr val="accent5"/>
            </a:solidFill>
            <a:prstDash val="dash"/>
            <a:round/>
            <a:headEnd type="none" w="med" len="med"/>
            <a:tailEnd type="none" w="med" len="med"/>
          </a:ln>
        </p:spPr>
      </p:sp>
      <p:pic>
        <p:nvPicPr>
          <p:cNvPr id="1720" name="Google Shape;1720;p23"/>
          <p:cNvPicPr preferRelativeResize="0"/>
          <p:nvPr/>
        </p:nvPicPr>
        <p:blipFill rotWithShape="1">
          <a:blip r:embed="rId4">
            <a:alphaModFix/>
          </a:blip>
          <a:srcRect l="8076" t="22301" r="19622" b="22306"/>
          <a:stretch/>
        </p:blipFill>
        <p:spPr>
          <a:xfrm>
            <a:off x="-1392950" y="4248150"/>
            <a:ext cx="3829051" cy="12664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721"/>
        <p:cNvGrpSpPr/>
        <p:nvPr/>
      </p:nvGrpSpPr>
      <p:grpSpPr>
        <a:xfrm>
          <a:off x="0" y="0"/>
          <a:ext cx="0" cy="0"/>
          <a:chOff x="0" y="0"/>
          <a:chExt cx="0" cy="0"/>
        </a:xfrm>
      </p:grpSpPr>
      <p:pic>
        <p:nvPicPr>
          <p:cNvPr id="1722" name="Google Shape;1722;p24"/>
          <p:cNvPicPr preferRelativeResize="0"/>
          <p:nvPr/>
        </p:nvPicPr>
        <p:blipFill>
          <a:blip r:embed="rId2">
            <a:alphaModFix amt="58000"/>
          </a:blip>
          <a:stretch>
            <a:fillRect/>
          </a:stretch>
        </p:blipFill>
        <p:spPr>
          <a:xfrm>
            <a:off x="0" y="0"/>
            <a:ext cx="9144003" cy="5143501"/>
          </a:xfrm>
          <a:prstGeom prst="rect">
            <a:avLst/>
          </a:prstGeom>
          <a:noFill/>
          <a:ln>
            <a:noFill/>
          </a:ln>
        </p:spPr>
      </p:pic>
      <p:sp>
        <p:nvSpPr>
          <p:cNvPr id="1723" name="Google Shape;1723;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24" name="Google Shape;1724;p24"/>
          <p:cNvSpPr txBox="1">
            <a:spLocks noGrp="1"/>
          </p:cNvSpPr>
          <p:nvPr>
            <p:ph type="subTitle" idx="1"/>
          </p:nvPr>
        </p:nvSpPr>
        <p:spPr>
          <a:xfrm>
            <a:off x="4730353" y="1429500"/>
            <a:ext cx="3693600" cy="250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25" name="Google Shape;1725;p24"/>
          <p:cNvSpPr txBox="1">
            <a:spLocks noGrp="1"/>
          </p:cNvSpPr>
          <p:nvPr>
            <p:ph type="subTitle" idx="2"/>
          </p:nvPr>
        </p:nvSpPr>
        <p:spPr>
          <a:xfrm>
            <a:off x="720000" y="1429500"/>
            <a:ext cx="3693600" cy="250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726" name="Google Shape;1726;p24"/>
          <p:cNvPicPr preferRelativeResize="0"/>
          <p:nvPr/>
        </p:nvPicPr>
        <p:blipFill>
          <a:blip r:embed="rId3">
            <a:alphaModFix/>
          </a:blip>
          <a:stretch>
            <a:fillRect/>
          </a:stretch>
        </p:blipFill>
        <p:spPr>
          <a:xfrm>
            <a:off x="4943476" y="-1243691"/>
            <a:ext cx="5295901" cy="2366198"/>
          </a:xfrm>
          <a:prstGeom prst="rect">
            <a:avLst/>
          </a:prstGeom>
          <a:noFill/>
          <a:ln>
            <a:noFill/>
          </a:ln>
        </p:spPr>
      </p:pic>
      <p:pic>
        <p:nvPicPr>
          <p:cNvPr id="1727" name="Google Shape;1727;p24"/>
          <p:cNvPicPr preferRelativeResize="0"/>
          <p:nvPr/>
        </p:nvPicPr>
        <p:blipFill>
          <a:blip r:embed="rId4">
            <a:alphaModFix/>
          </a:blip>
          <a:stretch>
            <a:fillRect/>
          </a:stretch>
        </p:blipFill>
        <p:spPr>
          <a:xfrm>
            <a:off x="6134101" y="3773527"/>
            <a:ext cx="5295899" cy="2251888"/>
          </a:xfrm>
          <a:prstGeom prst="rect">
            <a:avLst/>
          </a:prstGeom>
          <a:noFill/>
          <a:ln>
            <a:noFill/>
          </a:ln>
        </p:spPr>
      </p:pic>
      <p:sp>
        <p:nvSpPr>
          <p:cNvPr id="1728" name="Google Shape;1728;p24"/>
          <p:cNvSpPr/>
          <p:nvPr/>
        </p:nvSpPr>
        <p:spPr>
          <a:xfrm rot="-251187">
            <a:off x="7194911" y="-190501"/>
            <a:ext cx="2287827" cy="5467176"/>
          </a:xfrm>
          <a:custGeom>
            <a:avLst/>
            <a:gdLst/>
            <a:ahLst/>
            <a:cxnLst/>
            <a:rect l="l" t="t" r="r" b="b"/>
            <a:pathLst>
              <a:path w="91516" h="218694" extrusionOk="0">
                <a:moveTo>
                  <a:pt x="6336" y="0"/>
                </a:moveTo>
                <a:cubicBezTo>
                  <a:pt x="2426" y="2932"/>
                  <a:pt x="-719" y="8542"/>
                  <a:pt x="240" y="13335"/>
                </a:cubicBezTo>
                <a:cubicBezTo>
                  <a:pt x="1262" y="18447"/>
                  <a:pt x="8033" y="21361"/>
                  <a:pt x="13194" y="22098"/>
                </a:cubicBezTo>
                <a:cubicBezTo>
                  <a:pt x="32334" y="24832"/>
                  <a:pt x="65916" y="13184"/>
                  <a:pt x="70344" y="32004"/>
                </a:cubicBezTo>
                <a:cubicBezTo>
                  <a:pt x="72191" y="39855"/>
                  <a:pt x="70473" y="48594"/>
                  <a:pt x="67296" y="56007"/>
                </a:cubicBezTo>
                <a:cubicBezTo>
                  <a:pt x="64745" y="61960"/>
                  <a:pt x="59217" y="66763"/>
                  <a:pt x="58152" y="73152"/>
                </a:cubicBezTo>
                <a:cubicBezTo>
                  <a:pt x="57443" y="77406"/>
                  <a:pt x="59750" y="81664"/>
                  <a:pt x="61200" y="85725"/>
                </a:cubicBezTo>
                <a:cubicBezTo>
                  <a:pt x="64704" y="95535"/>
                  <a:pt x="76519" y="99914"/>
                  <a:pt x="83298" y="107823"/>
                </a:cubicBezTo>
                <a:cubicBezTo>
                  <a:pt x="88991" y="114465"/>
                  <a:pt x="94643" y="126351"/>
                  <a:pt x="89394" y="133350"/>
                </a:cubicBezTo>
                <a:cubicBezTo>
                  <a:pt x="86292" y="137486"/>
                  <a:pt x="80848" y="140589"/>
                  <a:pt x="75678" y="140589"/>
                </a:cubicBezTo>
                <a:cubicBezTo>
                  <a:pt x="72534" y="140589"/>
                  <a:pt x="70440" y="136621"/>
                  <a:pt x="69201" y="133731"/>
                </a:cubicBezTo>
                <a:cubicBezTo>
                  <a:pt x="66618" y="127705"/>
                  <a:pt x="74243" y="113033"/>
                  <a:pt x="79488" y="116967"/>
                </a:cubicBezTo>
                <a:cubicBezTo>
                  <a:pt x="96619" y="129815"/>
                  <a:pt x="54966" y="153252"/>
                  <a:pt x="50151" y="174117"/>
                </a:cubicBezTo>
                <a:cubicBezTo>
                  <a:pt x="48398" y="181715"/>
                  <a:pt x="58734" y="187272"/>
                  <a:pt x="64248" y="192786"/>
                </a:cubicBezTo>
                <a:cubicBezTo>
                  <a:pt x="70501" y="199039"/>
                  <a:pt x="69963" y="209850"/>
                  <a:pt x="69963" y="218694"/>
                </a:cubicBezTo>
              </a:path>
            </a:pathLst>
          </a:custGeom>
          <a:noFill/>
          <a:ln w="19050" cap="flat" cmpd="sng">
            <a:solidFill>
              <a:schemeClr val="accent5"/>
            </a:solidFill>
            <a:prstDash val="dash"/>
            <a:round/>
            <a:headEnd type="none" w="med" len="med"/>
            <a:tailEnd type="none" w="med" len="med"/>
          </a:ln>
        </p:spPr>
      </p:sp>
      <p:sp>
        <p:nvSpPr>
          <p:cNvPr id="1729" name="Google Shape;1729;p24"/>
          <p:cNvSpPr/>
          <p:nvPr/>
        </p:nvSpPr>
        <p:spPr>
          <a:xfrm>
            <a:off x="4724400" y="4609318"/>
            <a:ext cx="3905250" cy="915175"/>
          </a:xfrm>
          <a:custGeom>
            <a:avLst/>
            <a:gdLst/>
            <a:ahLst/>
            <a:cxnLst/>
            <a:rect l="l" t="t" r="r" b="b"/>
            <a:pathLst>
              <a:path w="156210" h="36607" extrusionOk="0">
                <a:moveTo>
                  <a:pt x="0" y="20605"/>
                </a:moveTo>
                <a:cubicBezTo>
                  <a:pt x="7819" y="22343"/>
                  <a:pt x="16102" y="23065"/>
                  <a:pt x="24003" y="21748"/>
                </a:cubicBezTo>
                <a:cubicBezTo>
                  <a:pt x="36962" y="19588"/>
                  <a:pt x="46333" y="7753"/>
                  <a:pt x="58293" y="2317"/>
                </a:cubicBezTo>
                <a:cubicBezTo>
                  <a:pt x="66617" y="-1467"/>
                  <a:pt x="76830" y="199"/>
                  <a:pt x="85725" y="2317"/>
                </a:cubicBezTo>
                <a:cubicBezTo>
                  <a:pt x="88937" y="3082"/>
                  <a:pt x="93119" y="3327"/>
                  <a:pt x="94869" y="6127"/>
                </a:cubicBezTo>
                <a:cubicBezTo>
                  <a:pt x="97166" y="9803"/>
                  <a:pt x="97153" y="14899"/>
                  <a:pt x="96012" y="19081"/>
                </a:cubicBezTo>
                <a:cubicBezTo>
                  <a:pt x="94446" y="24824"/>
                  <a:pt x="77195" y="28321"/>
                  <a:pt x="78486" y="22510"/>
                </a:cubicBezTo>
                <a:cubicBezTo>
                  <a:pt x="79985" y="15763"/>
                  <a:pt x="91005" y="15271"/>
                  <a:pt x="97917" y="15271"/>
                </a:cubicBezTo>
                <a:cubicBezTo>
                  <a:pt x="104161" y="15271"/>
                  <a:pt x="110847" y="14335"/>
                  <a:pt x="116586" y="16795"/>
                </a:cubicBezTo>
                <a:cubicBezTo>
                  <a:pt x="121931" y="19086"/>
                  <a:pt x="126396" y="23054"/>
                  <a:pt x="131445" y="25939"/>
                </a:cubicBezTo>
                <a:cubicBezTo>
                  <a:pt x="139249" y="30398"/>
                  <a:pt x="149854" y="30251"/>
                  <a:pt x="156210" y="36607"/>
                </a:cubicBezTo>
              </a:path>
            </a:pathLst>
          </a:custGeom>
          <a:noFill/>
          <a:ln w="19050" cap="flat" cmpd="sng">
            <a:solidFill>
              <a:schemeClr val="accent5"/>
            </a:solidFill>
            <a:prstDash val="dash"/>
            <a:round/>
            <a:headEnd type="none" w="med" len="med"/>
            <a:tailEnd type="none" w="med" len="med"/>
          </a:ln>
        </p:spPr>
      </p:sp>
      <p:pic>
        <p:nvPicPr>
          <p:cNvPr id="1730" name="Google Shape;1730;p24"/>
          <p:cNvPicPr preferRelativeResize="0"/>
          <p:nvPr/>
        </p:nvPicPr>
        <p:blipFill rotWithShape="1">
          <a:blip r:embed="rId5">
            <a:alphaModFix/>
          </a:blip>
          <a:srcRect t="15033" b="15040"/>
          <a:stretch/>
        </p:blipFill>
        <p:spPr>
          <a:xfrm>
            <a:off x="-882300" y="4152899"/>
            <a:ext cx="5295899" cy="180852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786"/>
        <p:cNvGrpSpPr/>
        <p:nvPr/>
      </p:nvGrpSpPr>
      <p:grpSpPr>
        <a:xfrm>
          <a:off x="0" y="0"/>
          <a:ext cx="0" cy="0"/>
          <a:chOff x="0" y="0"/>
          <a:chExt cx="0" cy="0"/>
        </a:xfrm>
      </p:grpSpPr>
      <p:pic>
        <p:nvPicPr>
          <p:cNvPr id="2787" name="Google Shape;2787;p31"/>
          <p:cNvPicPr preferRelativeResize="0"/>
          <p:nvPr/>
        </p:nvPicPr>
        <p:blipFill>
          <a:blip r:embed="rId2">
            <a:alphaModFix amt="58000"/>
          </a:blip>
          <a:stretch>
            <a:fillRect/>
          </a:stretch>
        </p:blipFill>
        <p:spPr>
          <a:xfrm>
            <a:off x="0" y="0"/>
            <a:ext cx="9144003" cy="5143501"/>
          </a:xfrm>
          <a:prstGeom prst="rect">
            <a:avLst/>
          </a:prstGeom>
          <a:noFill/>
          <a:ln>
            <a:noFill/>
          </a:ln>
        </p:spPr>
      </p:pic>
      <p:pic>
        <p:nvPicPr>
          <p:cNvPr id="2788" name="Google Shape;2788;p31"/>
          <p:cNvPicPr preferRelativeResize="0"/>
          <p:nvPr/>
        </p:nvPicPr>
        <p:blipFill>
          <a:blip r:embed="rId3">
            <a:alphaModFix/>
          </a:blip>
          <a:stretch>
            <a:fillRect/>
          </a:stretch>
        </p:blipFill>
        <p:spPr>
          <a:xfrm flipH="1">
            <a:off x="4286250" y="3424243"/>
            <a:ext cx="5295900" cy="2453980"/>
          </a:xfrm>
          <a:prstGeom prst="rect">
            <a:avLst/>
          </a:prstGeom>
          <a:noFill/>
          <a:ln>
            <a:noFill/>
          </a:ln>
        </p:spPr>
      </p:pic>
      <p:pic>
        <p:nvPicPr>
          <p:cNvPr id="2789" name="Google Shape;2789;p31"/>
          <p:cNvPicPr preferRelativeResize="0"/>
          <p:nvPr/>
        </p:nvPicPr>
        <p:blipFill>
          <a:blip r:embed="rId4">
            <a:alphaModFix/>
          </a:blip>
          <a:stretch>
            <a:fillRect/>
          </a:stretch>
        </p:blipFill>
        <p:spPr>
          <a:xfrm>
            <a:off x="-903724" y="3464541"/>
            <a:ext cx="5295899" cy="2373384"/>
          </a:xfrm>
          <a:prstGeom prst="rect">
            <a:avLst/>
          </a:prstGeom>
          <a:noFill/>
          <a:ln>
            <a:noFill/>
          </a:ln>
        </p:spPr>
      </p:pic>
      <p:pic>
        <p:nvPicPr>
          <p:cNvPr id="2790" name="Google Shape;2790;p31"/>
          <p:cNvPicPr preferRelativeResize="0"/>
          <p:nvPr/>
        </p:nvPicPr>
        <p:blipFill>
          <a:blip r:embed="rId5">
            <a:alphaModFix/>
          </a:blip>
          <a:stretch>
            <a:fillRect/>
          </a:stretch>
        </p:blipFill>
        <p:spPr>
          <a:xfrm>
            <a:off x="1924051" y="3959964"/>
            <a:ext cx="5295899" cy="2251888"/>
          </a:xfrm>
          <a:prstGeom prst="rect">
            <a:avLst/>
          </a:prstGeom>
          <a:noFill/>
          <a:ln>
            <a:noFill/>
          </a:ln>
        </p:spPr>
      </p:pic>
      <p:pic>
        <p:nvPicPr>
          <p:cNvPr id="2791" name="Google Shape;2791;p31"/>
          <p:cNvPicPr preferRelativeResize="0"/>
          <p:nvPr/>
        </p:nvPicPr>
        <p:blipFill>
          <a:blip r:embed="rId6">
            <a:alphaModFix/>
          </a:blip>
          <a:stretch>
            <a:fillRect/>
          </a:stretch>
        </p:blipFill>
        <p:spPr>
          <a:xfrm flipH="1">
            <a:off x="638176" y="2796126"/>
            <a:ext cx="5295897" cy="2290213"/>
          </a:xfrm>
          <a:prstGeom prst="rect">
            <a:avLst/>
          </a:prstGeom>
          <a:noFill/>
          <a:ln>
            <a:noFill/>
          </a:ln>
        </p:spPr>
      </p:pic>
      <p:pic>
        <p:nvPicPr>
          <p:cNvPr id="2792" name="Google Shape;2792;p31"/>
          <p:cNvPicPr preferRelativeResize="0"/>
          <p:nvPr/>
        </p:nvPicPr>
        <p:blipFill>
          <a:blip r:embed="rId5">
            <a:alphaModFix/>
          </a:blip>
          <a:stretch>
            <a:fillRect/>
          </a:stretch>
        </p:blipFill>
        <p:spPr>
          <a:xfrm>
            <a:off x="5686426" y="-821586"/>
            <a:ext cx="5295899" cy="2251888"/>
          </a:xfrm>
          <a:prstGeom prst="rect">
            <a:avLst/>
          </a:prstGeom>
          <a:noFill/>
          <a:ln>
            <a:noFill/>
          </a:ln>
        </p:spPr>
      </p:pic>
      <p:grpSp>
        <p:nvGrpSpPr>
          <p:cNvPr id="2793" name="Google Shape;2793;p31"/>
          <p:cNvGrpSpPr/>
          <p:nvPr/>
        </p:nvGrpSpPr>
        <p:grpSpPr>
          <a:xfrm rot="1478259" flipH="1">
            <a:off x="8349965" y="2736311"/>
            <a:ext cx="1429879" cy="1600485"/>
            <a:chOff x="4138184" y="930105"/>
            <a:chExt cx="3868174" cy="4329704"/>
          </a:xfrm>
        </p:grpSpPr>
        <p:sp>
          <p:nvSpPr>
            <p:cNvPr id="2794" name="Google Shape;2794;p31"/>
            <p:cNvSpPr/>
            <p:nvPr/>
          </p:nvSpPr>
          <p:spPr>
            <a:xfrm>
              <a:off x="4368726" y="312298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5" name="Google Shape;2795;p31"/>
            <p:cNvGrpSpPr/>
            <p:nvPr/>
          </p:nvGrpSpPr>
          <p:grpSpPr>
            <a:xfrm>
              <a:off x="4138184" y="930105"/>
              <a:ext cx="3868174" cy="3755764"/>
              <a:chOff x="4138184" y="930105"/>
              <a:chExt cx="3868174" cy="3755764"/>
            </a:xfrm>
          </p:grpSpPr>
          <p:sp>
            <p:nvSpPr>
              <p:cNvPr id="2796" name="Google Shape;2796;p31"/>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31"/>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31"/>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31"/>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31"/>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31"/>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31"/>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31"/>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31"/>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31"/>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31"/>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31"/>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31"/>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31"/>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31"/>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31"/>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31"/>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31"/>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31"/>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31"/>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31"/>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31"/>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31"/>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31"/>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31"/>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31"/>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31"/>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31"/>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31"/>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31"/>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31"/>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31"/>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31"/>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31"/>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31"/>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31"/>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31"/>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31"/>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31"/>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31"/>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31"/>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31"/>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31"/>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31"/>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31"/>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31"/>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31"/>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31"/>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31"/>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31"/>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31"/>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31"/>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31"/>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31"/>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31"/>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31"/>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31"/>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31"/>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31"/>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31"/>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31"/>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31"/>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31"/>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31"/>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31"/>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31"/>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31"/>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31"/>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31"/>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31"/>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31"/>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31"/>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31"/>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31"/>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31"/>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31"/>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31"/>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31"/>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31"/>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31"/>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31"/>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31"/>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31"/>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31"/>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31"/>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31"/>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31"/>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31"/>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31"/>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31"/>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31"/>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31"/>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31"/>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31"/>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31"/>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31"/>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31"/>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31"/>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31"/>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31"/>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31"/>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31"/>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31"/>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31"/>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31"/>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31"/>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31"/>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31"/>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31"/>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31"/>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31"/>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31"/>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31"/>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31"/>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31"/>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31"/>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31"/>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31"/>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31"/>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31"/>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31"/>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31"/>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31"/>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31"/>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31"/>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31"/>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31"/>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31"/>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31"/>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31"/>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31"/>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31"/>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31"/>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31"/>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31"/>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31" name="Google Shape;2931;p31"/>
          <p:cNvGrpSpPr/>
          <p:nvPr/>
        </p:nvGrpSpPr>
        <p:grpSpPr>
          <a:xfrm rot="6170894" flipH="1">
            <a:off x="-852305" y="1602879"/>
            <a:ext cx="1896899" cy="1388338"/>
            <a:chOff x="2874822" y="930105"/>
            <a:chExt cx="5131535" cy="3755764"/>
          </a:xfrm>
        </p:grpSpPr>
        <p:sp>
          <p:nvSpPr>
            <p:cNvPr id="2932" name="Google Shape;2932;p31"/>
            <p:cNvSpPr/>
            <p:nvPr/>
          </p:nvSpPr>
          <p:spPr>
            <a:xfrm>
              <a:off x="2874822" y="123737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33" name="Google Shape;2933;p31"/>
            <p:cNvGrpSpPr/>
            <p:nvPr/>
          </p:nvGrpSpPr>
          <p:grpSpPr>
            <a:xfrm>
              <a:off x="4138184" y="930105"/>
              <a:ext cx="3868174" cy="3755764"/>
              <a:chOff x="4138184" y="930105"/>
              <a:chExt cx="3868174" cy="3755764"/>
            </a:xfrm>
          </p:grpSpPr>
          <p:sp>
            <p:nvSpPr>
              <p:cNvPr id="2934" name="Google Shape;2934;p31"/>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31"/>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31"/>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31"/>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31"/>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31"/>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31"/>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31"/>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31"/>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31"/>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31"/>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31"/>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31"/>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31"/>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31"/>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31"/>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31"/>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31"/>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31"/>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31"/>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31"/>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31"/>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31"/>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31"/>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31"/>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31"/>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31"/>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31"/>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31"/>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31"/>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31"/>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31"/>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31"/>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31"/>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31"/>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31"/>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31"/>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31"/>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31"/>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31"/>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31"/>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31"/>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31"/>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31"/>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31"/>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31"/>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31"/>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31"/>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31"/>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31"/>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31"/>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31"/>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31"/>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31"/>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31"/>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31"/>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31"/>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31"/>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31"/>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31"/>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31"/>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31"/>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31"/>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31"/>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31"/>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31"/>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31"/>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31"/>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31"/>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31"/>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31"/>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31"/>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31"/>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31"/>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31"/>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31"/>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31"/>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31"/>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31"/>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31"/>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31"/>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31"/>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31"/>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31"/>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31"/>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31"/>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31"/>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31"/>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31"/>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31"/>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31"/>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31"/>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31"/>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31"/>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31"/>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31"/>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31"/>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31"/>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31"/>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31"/>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31"/>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31"/>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31"/>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31"/>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31"/>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31"/>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31"/>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31"/>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31"/>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31"/>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31"/>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31"/>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31"/>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31"/>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31"/>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31"/>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31"/>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31"/>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31"/>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31"/>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31"/>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31"/>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31"/>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31"/>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31"/>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31"/>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31"/>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31"/>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31"/>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31"/>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31"/>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31"/>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31"/>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31"/>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31"/>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69" name="Google Shape;3069;p31"/>
          <p:cNvSpPr/>
          <p:nvPr/>
        </p:nvSpPr>
        <p:spPr>
          <a:xfrm flipH="1">
            <a:off x="-87205" y="4191000"/>
            <a:ext cx="9794850" cy="1002925"/>
          </a:xfrm>
          <a:custGeom>
            <a:avLst/>
            <a:gdLst/>
            <a:ahLst/>
            <a:cxnLst/>
            <a:rect l="l" t="t" r="r" b="b"/>
            <a:pathLst>
              <a:path w="391794" h="40117" extrusionOk="0">
                <a:moveTo>
                  <a:pt x="3174" y="0"/>
                </a:moveTo>
                <a:cubicBezTo>
                  <a:pt x="-2909" y="6083"/>
                  <a:pt x="589" y="19772"/>
                  <a:pt x="6984" y="25527"/>
                </a:cubicBezTo>
                <a:cubicBezTo>
                  <a:pt x="13414" y="31314"/>
                  <a:pt x="25694" y="31850"/>
                  <a:pt x="32892" y="27051"/>
                </a:cubicBezTo>
                <a:cubicBezTo>
                  <a:pt x="35633" y="25223"/>
                  <a:pt x="38110" y="21519"/>
                  <a:pt x="37464" y="18288"/>
                </a:cubicBezTo>
                <a:cubicBezTo>
                  <a:pt x="36960" y="15766"/>
                  <a:pt x="33539" y="13778"/>
                  <a:pt x="30987" y="14097"/>
                </a:cubicBezTo>
                <a:cubicBezTo>
                  <a:pt x="25063" y="14838"/>
                  <a:pt x="25063" y="29787"/>
                  <a:pt x="30606" y="32004"/>
                </a:cubicBezTo>
                <a:cubicBezTo>
                  <a:pt x="57874" y="42911"/>
                  <a:pt x="89438" y="17100"/>
                  <a:pt x="118236" y="22860"/>
                </a:cubicBezTo>
                <a:cubicBezTo>
                  <a:pt x="142766" y="27766"/>
                  <a:pt x="166565" y="42727"/>
                  <a:pt x="191388" y="39624"/>
                </a:cubicBezTo>
                <a:cubicBezTo>
                  <a:pt x="203350" y="38129"/>
                  <a:pt x="214572" y="32992"/>
                  <a:pt x="226059" y="29337"/>
                </a:cubicBezTo>
                <a:cubicBezTo>
                  <a:pt x="240306" y="24804"/>
                  <a:pt x="255730" y="23237"/>
                  <a:pt x="270636" y="24384"/>
                </a:cubicBezTo>
                <a:cubicBezTo>
                  <a:pt x="294454" y="26216"/>
                  <a:pt x="317351" y="39715"/>
                  <a:pt x="341121" y="37338"/>
                </a:cubicBezTo>
                <a:cubicBezTo>
                  <a:pt x="358566" y="35593"/>
                  <a:pt x="374262" y="23241"/>
                  <a:pt x="391794" y="23241"/>
                </a:cubicBezTo>
              </a:path>
            </a:pathLst>
          </a:custGeom>
          <a:noFill/>
          <a:ln w="19050" cap="flat" cmpd="sng">
            <a:solidFill>
              <a:schemeClr val="accent5"/>
            </a:solidFill>
            <a:prstDash val="dash"/>
            <a:round/>
            <a:headEnd type="none" w="med" len="med"/>
            <a:tailEnd type="none" w="med" len="med"/>
          </a:ln>
        </p:spPr>
      </p:sp>
      <p:sp>
        <p:nvSpPr>
          <p:cNvPr id="3070" name="Google Shape;3070;p31"/>
          <p:cNvSpPr/>
          <p:nvPr/>
        </p:nvSpPr>
        <p:spPr>
          <a:xfrm flipH="1">
            <a:off x="-96738" y="-190500"/>
            <a:ext cx="6019800" cy="1533525"/>
          </a:xfrm>
          <a:custGeom>
            <a:avLst/>
            <a:gdLst/>
            <a:ahLst/>
            <a:cxnLst/>
            <a:rect l="l" t="t" r="r" b="b"/>
            <a:pathLst>
              <a:path w="240792" h="61341" extrusionOk="0">
                <a:moveTo>
                  <a:pt x="240792" y="61341"/>
                </a:moveTo>
                <a:cubicBezTo>
                  <a:pt x="231352" y="61341"/>
                  <a:pt x="220676" y="54485"/>
                  <a:pt x="217170" y="45720"/>
                </a:cubicBezTo>
                <a:cubicBezTo>
                  <a:pt x="214326" y="38610"/>
                  <a:pt x="217599" y="30289"/>
                  <a:pt x="219456" y="22860"/>
                </a:cubicBezTo>
                <a:cubicBezTo>
                  <a:pt x="220186" y="19939"/>
                  <a:pt x="220636" y="14859"/>
                  <a:pt x="223647" y="14859"/>
                </a:cubicBezTo>
                <a:cubicBezTo>
                  <a:pt x="225133" y="14859"/>
                  <a:pt x="225171" y="17564"/>
                  <a:pt x="225171" y="19050"/>
                </a:cubicBezTo>
                <a:cubicBezTo>
                  <a:pt x="225171" y="26155"/>
                  <a:pt x="221851" y="36326"/>
                  <a:pt x="214884" y="37719"/>
                </a:cubicBezTo>
                <a:cubicBezTo>
                  <a:pt x="205077" y="39680"/>
                  <a:pt x="201603" y="21162"/>
                  <a:pt x="192024" y="18288"/>
                </a:cubicBezTo>
                <a:cubicBezTo>
                  <a:pt x="177507" y="13933"/>
                  <a:pt x="161828" y="22348"/>
                  <a:pt x="146685" y="21717"/>
                </a:cubicBezTo>
                <a:cubicBezTo>
                  <a:pt x="133437" y="21165"/>
                  <a:pt x="121763" y="11751"/>
                  <a:pt x="108585" y="10287"/>
                </a:cubicBezTo>
                <a:cubicBezTo>
                  <a:pt x="87855" y="7984"/>
                  <a:pt x="67466" y="23827"/>
                  <a:pt x="46863" y="20574"/>
                </a:cubicBezTo>
                <a:cubicBezTo>
                  <a:pt x="38739" y="19291"/>
                  <a:pt x="30138" y="18690"/>
                  <a:pt x="22860" y="14859"/>
                </a:cubicBezTo>
                <a:cubicBezTo>
                  <a:pt x="14818" y="10626"/>
                  <a:pt x="8129" y="4064"/>
                  <a:pt x="0" y="0"/>
                </a:cubicBezTo>
              </a:path>
            </a:pathLst>
          </a:custGeom>
          <a:noFill/>
          <a:ln w="19050" cap="flat" cmpd="sng">
            <a:solidFill>
              <a:schemeClr val="accent5"/>
            </a:solidFill>
            <a:prstDash val="dash"/>
            <a:round/>
            <a:headEnd type="none" w="med" len="med"/>
            <a:tailEnd type="none" w="med" len="med"/>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071"/>
        <p:cNvGrpSpPr/>
        <p:nvPr/>
      </p:nvGrpSpPr>
      <p:grpSpPr>
        <a:xfrm>
          <a:off x="0" y="0"/>
          <a:ext cx="0" cy="0"/>
          <a:chOff x="0" y="0"/>
          <a:chExt cx="0" cy="0"/>
        </a:xfrm>
      </p:grpSpPr>
      <p:pic>
        <p:nvPicPr>
          <p:cNvPr id="3072" name="Google Shape;3072;p32"/>
          <p:cNvPicPr preferRelativeResize="0"/>
          <p:nvPr/>
        </p:nvPicPr>
        <p:blipFill>
          <a:blip r:embed="rId2">
            <a:alphaModFix amt="58000"/>
          </a:blip>
          <a:stretch>
            <a:fillRect/>
          </a:stretch>
        </p:blipFill>
        <p:spPr>
          <a:xfrm>
            <a:off x="0" y="0"/>
            <a:ext cx="9144003" cy="5143501"/>
          </a:xfrm>
          <a:prstGeom prst="rect">
            <a:avLst/>
          </a:prstGeom>
          <a:noFill/>
          <a:ln>
            <a:noFill/>
          </a:ln>
        </p:spPr>
      </p:pic>
      <p:pic>
        <p:nvPicPr>
          <p:cNvPr id="3073" name="Google Shape;3073;p32"/>
          <p:cNvPicPr preferRelativeResize="0"/>
          <p:nvPr/>
        </p:nvPicPr>
        <p:blipFill>
          <a:blip r:embed="rId3">
            <a:alphaModFix/>
          </a:blip>
          <a:stretch>
            <a:fillRect/>
          </a:stretch>
        </p:blipFill>
        <p:spPr>
          <a:xfrm flipH="1">
            <a:off x="2695575" y="-636207"/>
            <a:ext cx="5295900" cy="2453980"/>
          </a:xfrm>
          <a:prstGeom prst="rect">
            <a:avLst/>
          </a:prstGeom>
          <a:noFill/>
          <a:ln>
            <a:noFill/>
          </a:ln>
        </p:spPr>
      </p:pic>
      <p:pic>
        <p:nvPicPr>
          <p:cNvPr id="3074" name="Google Shape;3074;p32"/>
          <p:cNvPicPr preferRelativeResize="0"/>
          <p:nvPr/>
        </p:nvPicPr>
        <p:blipFill>
          <a:blip r:embed="rId4">
            <a:alphaModFix/>
          </a:blip>
          <a:stretch>
            <a:fillRect/>
          </a:stretch>
        </p:blipFill>
        <p:spPr>
          <a:xfrm flipH="1">
            <a:off x="-1277026" y="3712824"/>
            <a:ext cx="4461351" cy="1925975"/>
          </a:xfrm>
          <a:prstGeom prst="rect">
            <a:avLst/>
          </a:prstGeom>
          <a:noFill/>
          <a:ln>
            <a:noFill/>
          </a:ln>
        </p:spPr>
      </p:pic>
      <p:pic>
        <p:nvPicPr>
          <p:cNvPr id="3075" name="Google Shape;3075;p32"/>
          <p:cNvPicPr preferRelativeResize="0"/>
          <p:nvPr/>
        </p:nvPicPr>
        <p:blipFill>
          <a:blip r:embed="rId5">
            <a:alphaModFix/>
          </a:blip>
          <a:stretch>
            <a:fillRect/>
          </a:stretch>
        </p:blipFill>
        <p:spPr>
          <a:xfrm flipH="1">
            <a:off x="6303663" y="766545"/>
            <a:ext cx="5295899" cy="2856025"/>
          </a:xfrm>
          <a:prstGeom prst="rect">
            <a:avLst/>
          </a:prstGeom>
          <a:noFill/>
          <a:ln>
            <a:noFill/>
          </a:ln>
        </p:spPr>
      </p:pic>
      <p:pic>
        <p:nvPicPr>
          <p:cNvPr id="3076" name="Google Shape;3076;p32"/>
          <p:cNvPicPr preferRelativeResize="0"/>
          <p:nvPr/>
        </p:nvPicPr>
        <p:blipFill>
          <a:blip r:embed="rId6">
            <a:alphaModFix/>
          </a:blip>
          <a:stretch>
            <a:fillRect/>
          </a:stretch>
        </p:blipFill>
        <p:spPr>
          <a:xfrm flipH="1">
            <a:off x="6200100" y="-150427"/>
            <a:ext cx="4248775" cy="2074950"/>
          </a:xfrm>
          <a:prstGeom prst="rect">
            <a:avLst/>
          </a:prstGeom>
          <a:noFill/>
          <a:ln>
            <a:noFill/>
          </a:ln>
        </p:spPr>
      </p:pic>
      <p:grpSp>
        <p:nvGrpSpPr>
          <p:cNvPr id="3077" name="Google Shape;3077;p32"/>
          <p:cNvGrpSpPr/>
          <p:nvPr/>
        </p:nvGrpSpPr>
        <p:grpSpPr>
          <a:xfrm rot="1478259" flipH="1">
            <a:off x="8197565" y="225186"/>
            <a:ext cx="1429879" cy="1600485"/>
            <a:chOff x="4138184" y="930105"/>
            <a:chExt cx="3868174" cy="4329704"/>
          </a:xfrm>
        </p:grpSpPr>
        <p:sp>
          <p:nvSpPr>
            <p:cNvPr id="3078" name="Google Shape;3078;p32"/>
            <p:cNvSpPr/>
            <p:nvPr/>
          </p:nvSpPr>
          <p:spPr>
            <a:xfrm>
              <a:off x="4368726" y="312298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9" name="Google Shape;3079;p32"/>
            <p:cNvGrpSpPr/>
            <p:nvPr/>
          </p:nvGrpSpPr>
          <p:grpSpPr>
            <a:xfrm>
              <a:off x="4138184" y="930105"/>
              <a:ext cx="3868174" cy="3755764"/>
              <a:chOff x="4138184" y="930105"/>
              <a:chExt cx="3868174" cy="3755764"/>
            </a:xfrm>
          </p:grpSpPr>
          <p:sp>
            <p:nvSpPr>
              <p:cNvPr id="3080" name="Google Shape;3080;p32"/>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32"/>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32"/>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32"/>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32"/>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32"/>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32"/>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32"/>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32"/>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32"/>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32"/>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32"/>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32"/>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32"/>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32"/>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32"/>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32"/>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32"/>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32"/>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32"/>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32"/>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32"/>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32"/>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32"/>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32"/>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32"/>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32"/>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32"/>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32"/>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32"/>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32"/>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32"/>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32"/>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32"/>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32"/>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32"/>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32"/>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32"/>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32"/>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32"/>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32"/>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32"/>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32"/>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32"/>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32"/>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32"/>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32"/>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32"/>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32"/>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32"/>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32"/>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32"/>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32"/>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32"/>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32"/>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32"/>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32"/>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32"/>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32"/>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32"/>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32"/>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32"/>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32"/>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32"/>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32"/>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32"/>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32"/>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32"/>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32"/>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32"/>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32"/>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32"/>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32"/>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32"/>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32"/>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32"/>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32"/>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32"/>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32"/>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32"/>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32"/>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32"/>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32"/>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32"/>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32"/>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32"/>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32"/>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32"/>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32"/>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32"/>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32"/>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32"/>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32"/>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32"/>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32"/>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32"/>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32"/>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32"/>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32"/>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32"/>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32"/>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32"/>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32"/>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32"/>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32"/>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32"/>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32"/>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32"/>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32"/>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32"/>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32"/>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32"/>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32"/>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32"/>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32"/>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32"/>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32"/>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32"/>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32"/>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32"/>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32"/>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32"/>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32"/>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32"/>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32"/>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32"/>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32"/>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32"/>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32"/>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32"/>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32"/>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32"/>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32"/>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32"/>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32"/>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15" name="Google Shape;3215;p32"/>
          <p:cNvGrpSpPr/>
          <p:nvPr/>
        </p:nvGrpSpPr>
        <p:grpSpPr>
          <a:xfrm rot="6170894" flipH="1">
            <a:off x="-852305" y="3022104"/>
            <a:ext cx="1896899" cy="1388338"/>
            <a:chOff x="2874822" y="930105"/>
            <a:chExt cx="5131535" cy="3755764"/>
          </a:xfrm>
        </p:grpSpPr>
        <p:sp>
          <p:nvSpPr>
            <p:cNvPr id="3216" name="Google Shape;3216;p32"/>
            <p:cNvSpPr/>
            <p:nvPr/>
          </p:nvSpPr>
          <p:spPr>
            <a:xfrm>
              <a:off x="2874822" y="123737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216893">
                <a:alpha val="38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17" name="Google Shape;3217;p32"/>
            <p:cNvGrpSpPr/>
            <p:nvPr/>
          </p:nvGrpSpPr>
          <p:grpSpPr>
            <a:xfrm>
              <a:off x="4138184" y="930105"/>
              <a:ext cx="3868174" cy="3755764"/>
              <a:chOff x="4138184" y="930105"/>
              <a:chExt cx="3868174" cy="3755764"/>
            </a:xfrm>
          </p:grpSpPr>
          <p:sp>
            <p:nvSpPr>
              <p:cNvPr id="3218" name="Google Shape;3218;p32"/>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32"/>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32"/>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32"/>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32"/>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32"/>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32"/>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32"/>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32"/>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32"/>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32"/>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32"/>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32"/>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32"/>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32"/>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32"/>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32"/>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32"/>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32"/>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32"/>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32"/>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32"/>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32"/>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32"/>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32"/>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32"/>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32"/>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32"/>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32"/>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32"/>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32"/>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32"/>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32"/>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32"/>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32"/>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32"/>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32"/>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32"/>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32"/>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32"/>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32"/>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32"/>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32"/>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32"/>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32"/>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32"/>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32"/>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32"/>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32"/>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32"/>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32"/>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32"/>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32"/>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32"/>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32"/>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32"/>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32"/>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32"/>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32"/>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32"/>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32"/>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32"/>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32"/>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32"/>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32"/>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32"/>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32"/>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32"/>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32"/>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32"/>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32"/>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32"/>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32"/>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32"/>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32"/>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32"/>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32"/>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32"/>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32"/>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32"/>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32"/>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32"/>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32"/>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32"/>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32"/>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32"/>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32"/>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32"/>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32"/>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32"/>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32"/>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32"/>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32"/>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32"/>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32"/>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32"/>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32"/>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32"/>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32"/>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32"/>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32"/>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32"/>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32"/>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32"/>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32"/>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32"/>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32"/>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32"/>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32"/>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32"/>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32"/>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32"/>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32"/>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32"/>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32"/>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32"/>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32"/>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32"/>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32"/>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32"/>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32"/>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32"/>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32"/>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32"/>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32"/>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32"/>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32"/>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32"/>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32"/>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32"/>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32"/>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32"/>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32"/>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32"/>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32"/>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53" name="Google Shape;3353;p32"/>
          <p:cNvSpPr/>
          <p:nvPr/>
        </p:nvSpPr>
        <p:spPr>
          <a:xfrm>
            <a:off x="-152400" y="4276725"/>
            <a:ext cx="8286750" cy="1114425"/>
          </a:xfrm>
          <a:custGeom>
            <a:avLst/>
            <a:gdLst/>
            <a:ahLst/>
            <a:cxnLst/>
            <a:rect l="l" t="t" r="r" b="b"/>
            <a:pathLst>
              <a:path w="331470" h="44577" extrusionOk="0">
                <a:moveTo>
                  <a:pt x="0" y="0"/>
                </a:moveTo>
                <a:cubicBezTo>
                  <a:pt x="5953" y="2381"/>
                  <a:pt x="14516" y="-1867"/>
                  <a:pt x="19050" y="2667"/>
                </a:cubicBezTo>
                <a:cubicBezTo>
                  <a:pt x="25252" y="8869"/>
                  <a:pt x="26697" y="19391"/>
                  <a:pt x="33909" y="24384"/>
                </a:cubicBezTo>
                <a:cubicBezTo>
                  <a:pt x="44970" y="32042"/>
                  <a:pt x="60610" y="31714"/>
                  <a:pt x="73914" y="29718"/>
                </a:cubicBezTo>
                <a:cubicBezTo>
                  <a:pt x="90765" y="27190"/>
                  <a:pt x="106785" y="18669"/>
                  <a:pt x="123825" y="18669"/>
                </a:cubicBezTo>
                <a:cubicBezTo>
                  <a:pt x="129032" y="18669"/>
                  <a:pt x="135941" y="17932"/>
                  <a:pt x="139065" y="22098"/>
                </a:cubicBezTo>
                <a:cubicBezTo>
                  <a:pt x="140608" y="24155"/>
                  <a:pt x="138893" y="28713"/>
                  <a:pt x="136398" y="29337"/>
                </a:cubicBezTo>
                <a:cubicBezTo>
                  <a:pt x="130848" y="30724"/>
                  <a:pt x="124370" y="32657"/>
                  <a:pt x="119253" y="30099"/>
                </a:cubicBezTo>
                <a:cubicBezTo>
                  <a:pt x="117776" y="29361"/>
                  <a:pt x="117879" y="26062"/>
                  <a:pt x="119253" y="25146"/>
                </a:cubicBezTo>
                <a:cubicBezTo>
                  <a:pt x="129595" y="18252"/>
                  <a:pt x="143824" y="19161"/>
                  <a:pt x="156210" y="20193"/>
                </a:cubicBezTo>
                <a:cubicBezTo>
                  <a:pt x="165323" y="20952"/>
                  <a:pt x="174553" y="19564"/>
                  <a:pt x="183642" y="20574"/>
                </a:cubicBezTo>
                <a:cubicBezTo>
                  <a:pt x="202609" y="22681"/>
                  <a:pt x="220988" y="31749"/>
                  <a:pt x="240030" y="30480"/>
                </a:cubicBezTo>
                <a:cubicBezTo>
                  <a:pt x="242434" y="30320"/>
                  <a:pt x="245993" y="30431"/>
                  <a:pt x="246888" y="28194"/>
                </a:cubicBezTo>
                <a:cubicBezTo>
                  <a:pt x="248392" y="24434"/>
                  <a:pt x="242896" y="19623"/>
                  <a:pt x="238887" y="19050"/>
                </a:cubicBezTo>
                <a:cubicBezTo>
                  <a:pt x="235504" y="18567"/>
                  <a:pt x="229509" y="22978"/>
                  <a:pt x="231267" y="25908"/>
                </a:cubicBezTo>
                <a:cubicBezTo>
                  <a:pt x="238544" y="38036"/>
                  <a:pt x="259464" y="23654"/>
                  <a:pt x="273558" y="22479"/>
                </a:cubicBezTo>
                <a:cubicBezTo>
                  <a:pt x="294148" y="20763"/>
                  <a:pt x="312990" y="35337"/>
                  <a:pt x="331470" y="44577"/>
                </a:cubicBezTo>
              </a:path>
            </a:pathLst>
          </a:custGeom>
          <a:noFill/>
          <a:ln w="19050" cap="flat" cmpd="sng">
            <a:solidFill>
              <a:schemeClr val="accent5"/>
            </a:solidFill>
            <a:prstDash val="dash"/>
            <a:round/>
            <a:headEnd type="none" w="med" len="med"/>
            <a:tailEnd type="none" w="med" len="med"/>
          </a:ln>
        </p:spPr>
      </p:sp>
      <p:sp>
        <p:nvSpPr>
          <p:cNvPr id="3354" name="Google Shape;3354;p32"/>
          <p:cNvSpPr/>
          <p:nvPr/>
        </p:nvSpPr>
        <p:spPr>
          <a:xfrm>
            <a:off x="-104775" y="-495300"/>
            <a:ext cx="6229350" cy="916175"/>
          </a:xfrm>
          <a:custGeom>
            <a:avLst/>
            <a:gdLst/>
            <a:ahLst/>
            <a:cxnLst/>
            <a:rect l="l" t="t" r="r" b="b"/>
            <a:pathLst>
              <a:path w="249174" h="36647" extrusionOk="0">
                <a:moveTo>
                  <a:pt x="0" y="26289"/>
                </a:moveTo>
                <a:cubicBezTo>
                  <a:pt x="1675" y="28801"/>
                  <a:pt x="5595" y="28557"/>
                  <a:pt x="8382" y="29718"/>
                </a:cubicBezTo>
                <a:cubicBezTo>
                  <a:pt x="14384" y="32219"/>
                  <a:pt x="20980" y="33103"/>
                  <a:pt x="27432" y="33909"/>
                </a:cubicBezTo>
                <a:cubicBezTo>
                  <a:pt x="55481" y="37415"/>
                  <a:pt x="83747" y="27813"/>
                  <a:pt x="112014" y="27813"/>
                </a:cubicBezTo>
                <a:cubicBezTo>
                  <a:pt x="124771" y="27813"/>
                  <a:pt x="137224" y="36792"/>
                  <a:pt x="149733" y="34290"/>
                </a:cubicBezTo>
                <a:cubicBezTo>
                  <a:pt x="152360" y="33765"/>
                  <a:pt x="152389" y="28183"/>
                  <a:pt x="150495" y="26289"/>
                </a:cubicBezTo>
                <a:cubicBezTo>
                  <a:pt x="148966" y="24760"/>
                  <a:pt x="143051" y="24736"/>
                  <a:pt x="144018" y="26670"/>
                </a:cubicBezTo>
                <a:cubicBezTo>
                  <a:pt x="146407" y="31448"/>
                  <a:pt x="154133" y="30116"/>
                  <a:pt x="159258" y="31623"/>
                </a:cubicBezTo>
                <a:cubicBezTo>
                  <a:pt x="170170" y="34832"/>
                  <a:pt x="182231" y="38558"/>
                  <a:pt x="193167" y="35433"/>
                </a:cubicBezTo>
                <a:cubicBezTo>
                  <a:pt x="202361" y="32806"/>
                  <a:pt x="200703" y="17244"/>
                  <a:pt x="207645" y="10668"/>
                </a:cubicBezTo>
                <a:cubicBezTo>
                  <a:pt x="218021" y="838"/>
                  <a:pt x="234882" y="0"/>
                  <a:pt x="249174" y="0"/>
                </a:cubicBezTo>
              </a:path>
            </a:pathLst>
          </a:custGeom>
          <a:noFill/>
          <a:ln w="19050" cap="flat" cmpd="sng">
            <a:solidFill>
              <a:schemeClr val="accent5"/>
            </a:solidFill>
            <a:prstDash val="dash"/>
            <a:round/>
            <a:headEnd type="none" w="med" len="med"/>
            <a:tailEnd type="none" w="med" len="med"/>
          </a:ln>
        </p:spPr>
      </p:sp>
      <p:sp>
        <p:nvSpPr>
          <p:cNvPr id="3355" name="Google Shape;3355;p32"/>
          <p:cNvSpPr/>
          <p:nvPr/>
        </p:nvSpPr>
        <p:spPr>
          <a:xfrm>
            <a:off x="8543925" y="1704975"/>
            <a:ext cx="953200" cy="2495550"/>
          </a:xfrm>
          <a:custGeom>
            <a:avLst/>
            <a:gdLst/>
            <a:ahLst/>
            <a:cxnLst/>
            <a:rect l="l" t="t" r="r" b="b"/>
            <a:pathLst>
              <a:path w="38128" h="99822" extrusionOk="0">
                <a:moveTo>
                  <a:pt x="36576" y="0"/>
                </a:moveTo>
                <a:cubicBezTo>
                  <a:pt x="43463" y="13775"/>
                  <a:pt x="24512" y="30003"/>
                  <a:pt x="12192" y="39243"/>
                </a:cubicBezTo>
                <a:cubicBezTo>
                  <a:pt x="8927" y="41692"/>
                  <a:pt x="0" y="44468"/>
                  <a:pt x="0" y="40386"/>
                </a:cubicBezTo>
                <a:cubicBezTo>
                  <a:pt x="0" y="36574"/>
                  <a:pt x="2305" y="32185"/>
                  <a:pt x="5715" y="30480"/>
                </a:cubicBezTo>
                <a:cubicBezTo>
                  <a:pt x="8986" y="28845"/>
                  <a:pt x="15285" y="30704"/>
                  <a:pt x="16002" y="34290"/>
                </a:cubicBezTo>
                <a:cubicBezTo>
                  <a:pt x="18563" y="47095"/>
                  <a:pt x="8216" y="60404"/>
                  <a:pt x="11049" y="73152"/>
                </a:cubicBezTo>
                <a:cubicBezTo>
                  <a:pt x="13719" y="85165"/>
                  <a:pt x="27874" y="91120"/>
                  <a:pt x="36576" y="99822"/>
                </a:cubicBezTo>
              </a:path>
            </a:pathLst>
          </a:custGeom>
          <a:noFill/>
          <a:ln w="19050" cap="flat" cmpd="sng">
            <a:solidFill>
              <a:schemeClr val="accent5"/>
            </a:solidFill>
            <a:prstDash val="dash"/>
            <a:round/>
            <a:headEnd type="none" w="med" len="med"/>
            <a:tailEnd type="none" w="med" len="med"/>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Bebas Neue"/>
              <a:buNone/>
              <a:defRPr sz="3500" b="1">
                <a:solidFill>
                  <a:schemeClr val="dk1"/>
                </a:solidFill>
                <a:latin typeface="Bebas Neue"/>
                <a:ea typeface="Bebas Neue"/>
                <a:cs typeface="Bebas Neue"/>
                <a:sym typeface="Bebas Neu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1pPr>
            <a:lvl2pPr marL="914400" lvl="1"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2pPr>
            <a:lvl3pPr marL="1371600" lvl="2"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3pPr>
            <a:lvl4pPr marL="1828800" lvl="3"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4pPr>
            <a:lvl5pPr marL="2286000" lvl="4"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5pPr>
            <a:lvl6pPr marL="2743200" lvl="5"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6pPr>
            <a:lvl7pPr marL="3200400" lvl="6"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7pPr>
            <a:lvl8pPr marL="3657600" lvl="7"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8pPr>
            <a:lvl9pPr marL="4114800" lvl="8" indent="-317500">
              <a:lnSpc>
                <a:spcPct val="100000"/>
              </a:lnSpc>
              <a:spcBef>
                <a:spcPts val="0"/>
              </a:spcBef>
              <a:spcAft>
                <a:spcPts val="0"/>
              </a:spcAft>
              <a:buClr>
                <a:schemeClr val="dk1"/>
              </a:buClr>
              <a:buSzPts val="1400"/>
              <a:buFont typeface="Lexend Deca"/>
              <a:buChar char="■"/>
              <a:defRPr>
                <a:solidFill>
                  <a:schemeClr val="dk1"/>
                </a:solidFill>
                <a:latin typeface="Lexend Deca"/>
                <a:ea typeface="Lexend Deca"/>
                <a:cs typeface="Lexend Deca"/>
                <a:sym typeface="Lexend Dec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5" r:id="rId4"/>
    <p:sldLayoutId id="2147483657" r:id="rId5"/>
    <p:sldLayoutId id="2147483658" r:id="rId6"/>
    <p:sldLayoutId id="2147483659" r:id="rId7"/>
    <p:sldLayoutId id="2147483660" r:id="rId8"/>
    <p:sldLayoutId id="2147483662" r:id="rId9"/>
    <p:sldLayoutId id="2147483667" r:id="rId10"/>
    <p:sldLayoutId id="2147483668" r:id="rId11"/>
    <p:sldLayoutId id="2147483669" r:id="rId12"/>
    <p:sldLayoutId id="2147483670" r:id="rId13"/>
    <p:sldLayoutId id="2147483677" r:id="rId14"/>
    <p:sldLayoutId id="2147483678"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3.jp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65"/>
        <p:cNvGrpSpPr/>
        <p:nvPr/>
      </p:nvGrpSpPr>
      <p:grpSpPr>
        <a:xfrm>
          <a:off x="0" y="0"/>
          <a:ext cx="0" cy="0"/>
          <a:chOff x="0" y="0"/>
          <a:chExt cx="0" cy="0"/>
        </a:xfrm>
      </p:grpSpPr>
      <p:sp>
        <p:nvSpPr>
          <p:cNvPr id="3367" name="Google Shape;3367;p36"/>
          <p:cNvSpPr txBox="1">
            <a:spLocks noGrp="1"/>
          </p:cNvSpPr>
          <p:nvPr>
            <p:ph type="subTitle" idx="1"/>
          </p:nvPr>
        </p:nvSpPr>
        <p:spPr>
          <a:xfrm>
            <a:off x="2307600" y="2905100"/>
            <a:ext cx="4528800" cy="475800"/>
          </a:xfrm>
          <a:prstGeom prst="rect">
            <a:avLst/>
          </a:prstGeom>
        </p:spPr>
        <p:txBody>
          <a:bodyPr spcFirstLastPara="1" wrap="square" lIns="91425" tIns="91425" rIns="91425" bIns="91425" anchor="t" anchorCtr="0">
            <a:noAutofit/>
          </a:bodyPr>
          <a:lstStyle/>
          <a:p>
            <a:pPr marL="0" indent="0"/>
            <a:r>
              <a:rPr lang="en" dirty="0"/>
              <a:t>Instructor: Dr. Fatimah Rajeena</a:t>
            </a:r>
          </a:p>
          <a:p>
            <a:pPr marL="0" indent="0"/>
            <a:endParaRPr lang="en" dirty="0"/>
          </a:p>
        </p:txBody>
      </p:sp>
      <p:pic>
        <p:nvPicPr>
          <p:cNvPr id="3368" name="Google Shape;3368;p36"/>
          <p:cNvPicPr preferRelativeResize="0"/>
          <p:nvPr/>
        </p:nvPicPr>
        <p:blipFill>
          <a:blip r:embed="rId3">
            <a:alphaModFix/>
          </a:blip>
          <a:stretch>
            <a:fillRect/>
          </a:stretch>
        </p:blipFill>
        <p:spPr>
          <a:xfrm>
            <a:off x="4276726" y="-347791"/>
            <a:ext cx="5295899" cy="2286248"/>
          </a:xfrm>
          <a:prstGeom prst="rect">
            <a:avLst/>
          </a:prstGeom>
          <a:noFill/>
          <a:ln>
            <a:noFill/>
          </a:ln>
        </p:spPr>
      </p:pic>
      <p:grpSp>
        <p:nvGrpSpPr>
          <p:cNvPr id="3369" name="Google Shape;3369;p36"/>
          <p:cNvGrpSpPr/>
          <p:nvPr/>
        </p:nvGrpSpPr>
        <p:grpSpPr>
          <a:xfrm>
            <a:off x="713228" y="8468"/>
            <a:ext cx="1763602" cy="1672817"/>
            <a:chOff x="4138184" y="930105"/>
            <a:chExt cx="3959591" cy="3755764"/>
          </a:xfrm>
        </p:grpSpPr>
        <p:sp>
          <p:nvSpPr>
            <p:cNvPr id="3370" name="Google Shape;3370;p36"/>
            <p:cNvSpPr/>
            <p:nvPr/>
          </p:nvSpPr>
          <p:spPr>
            <a:xfrm>
              <a:off x="5909881" y="2233489"/>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71" name="Google Shape;3371;p36"/>
            <p:cNvGrpSpPr/>
            <p:nvPr/>
          </p:nvGrpSpPr>
          <p:grpSpPr>
            <a:xfrm>
              <a:off x="4138184" y="930105"/>
              <a:ext cx="3868174" cy="3755764"/>
              <a:chOff x="4138184" y="930105"/>
              <a:chExt cx="3868174" cy="3755764"/>
            </a:xfrm>
          </p:grpSpPr>
          <p:sp>
            <p:nvSpPr>
              <p:cNvPr id="3372" name="Google Shape;3372;p36"/>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36"/>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36"/>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36"/>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36"/>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36"/>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36"/>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36"/>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36"/>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36"/>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36"/>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36"/>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36"/>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36"/>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36"/>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36"/>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36"/>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36"/>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36"/>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36"/>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36"/>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36"/>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36"/>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36"/>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36"/>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36"/>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36"/>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36"/>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36"/>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36"/>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36"/>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36"/>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36"/>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36"/>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36"/>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36"/>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36"/>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36"/>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36"/>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36"/>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36"/>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36"/>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36"/>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36"/>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36"/>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36"/>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36"/>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36"/>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36"/>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36"/>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36"/>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36"/>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36"/>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36"/>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36"/>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36"/>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36"/>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36"/>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36"/>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36"/>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36"/>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36"/>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36"/>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36"/>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36"/>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36"/>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36"/>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36"/>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36"/>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36"/>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36"/>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36"/>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36"/>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36"/>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36"/>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36"/>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36"/>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36"/>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36"/>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36"/>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36"/>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36"/>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36"/>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36"/>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36"/>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36"/>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36"/>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36"/>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36"/>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36"/>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36"/>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36"/>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36"/>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36"/>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36"/>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36"/>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36"/>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36"/>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36"/>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36"/>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36"/>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36"/>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36"/>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36"/>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36"/>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36"/>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36"/>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36"/>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36"/>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36"/>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36"/>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36"/>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36"/>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36"/>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36"/>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36"/>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36"/>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36"/>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36"/>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36"/>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36"/>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36"/>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36"/>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36"/>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36"/>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36"/>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36"/>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36"/>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36"/>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36"/>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36"/>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36"/>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36"/>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36"/>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36"/>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07" name="Google Shape;3507;p36"/>
          <p:cNvGrpSpPr/>
          <p:nvPr/>
        </p:nvGrpSpPr>
        <p:grpSpPr>
          <a:xfrm rot="-5400000">
            <a:off x="7709162" y="470663"/>
            <a:ext cx="2054108" cy="1672817"/>
            <a:chOff x="3394530" y="930105"/>
            <a:chExt cx="4611828" cy="3755764"/>
          </a:xfrm>
        </p:grpSpPr>
        <p:sp>
          <p:nvSpPr>
            <p:cNvPr id="3508" name="Google Shape;3508;p36"/>
            <p:cNvSpPr/>
            <p:nvPr/>
          </p:nvSpPr>
          <p:spPr>
            <a:xfrm>
              <a:off x="3394530" y="121409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09" name="Google Shape;3509;p36"/>
            <p:cNvGrpSpPr/>
            <p:nvPr/>
          </p:nvGrpSpPr>
          <p:grpSpPr>
            <a:xfrm>
              <a:off x="4138184" y="930105"/>
              <a:ext cx="3868174" cy="3755764"/>
              <a:chOff x="4138184" y="930105"/>
              <a:chExt cx="3868174" cy="3755764"/>
            </a:xfrm>
          </p:grpSpPr>
          <p:sp>
            <p:nvSpPr>
              <p:cNvPr id="3510" name="Google Shape;3510;p36"/>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36"/>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36"/>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36"/>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36"/>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36"/>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36"/>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36"/>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36"/>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36"/>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36"/>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36"/>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36"/>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36"/>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36"/>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36"/>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36"/>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36"/>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36"/>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36"/>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36"/>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36"/>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36"/>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36"/>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36"/>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36"/>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36"/>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36"/>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36"/>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36"/>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36"/>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36"/>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36"/>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36"/>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36"/>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36"/>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36"/>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36"/>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36"/>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36"/>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36"/>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36"/>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36"/>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36"/>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36"/>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36"/>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36"/>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36"/>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36"/>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36"/>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36"/>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36"/>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36"/>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36"/>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36"/>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36"/>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36"/>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36"/>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36"/>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36"/>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36"/>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36"/>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36"/>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36"/>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36"/>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36"/>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36"/>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36"/>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36"/>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36"/>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36"/>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36"/>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36"/>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36"/>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36"/>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36"/>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36"/>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36"/>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36"/>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36"/>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36"/>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36"/>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36"/>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36"/>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36"/>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36"/>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36"/>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36"/>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36"/>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36"/>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36"/>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36"/>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36"/>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36"/>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36"/>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36"/>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36"/>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36"/>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36"/>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36"/>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36"/>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36"/>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36"/>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36"/>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36"/>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36"/>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36"/>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36"/>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36"/>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36"/>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36"/>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36"/>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36"/>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36"/>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36"/>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36"/>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36"/>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36"/>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36"/>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36"/>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36"/>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36"/>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36"/>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36"/>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36"/>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36"/>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36"/>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36"/>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36"/>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36"/>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36"/>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36"/>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36"/>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36"/>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36"/>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45" name="Google Shape;3645;p36"/>
          <p:cNvGrpSpPr/>
          <p:nvPr/>
        </p:nvGrpSpPr>
        <p:grpSpPr>
          <a:xfrm rot="-121861">
            <a:off x="4255934" y="3757037"/>
            <a:ext cx="1429802" cy="1600398"/>
            <a:chOff x="4138184" y="930105"/>
            <a:chExt cx="3868174" cy="4329704"/>
          </a:xfrm>
        </p:grpSpPr>
        <p:sp>
          <p:nvSpPr>
            <p:cNvPr id="3646" name="Google Shape;3646;p36"/>
            <p:cNvSpPr/>
            <p:nvPr/>
          </p:nvSpPr>
          <p:spPr>
            <a:xfrm>
              <a:off x="4368726" y="312298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7" name="Google Shape;3647;p36"/>
            <p:cNvGrpSpPr/>
            <p:nvPr/>
          </p:nvGrpSpPr>
          <p:grpSpPr>
            <a:xfrm>
              <a:off x="4138184" y="930105"/>
              <a:ext cx="3868174" cy="3755764"/>
              <a:chOff x="4138184" y="930105"/>
              <a:chExt cx="3868174" cy="3755764"/>
            </a:xfrm>
          </p:grpSpPr>
          <p:sp>
            <p:nvSpPr>
              <p:cNvPr id="3648" name="Google Shape;3648;p36"/>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36"/>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36"/>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36"/>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36"/>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36"/>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36"/>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36"/>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36"/>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36"/>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36"/>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36"/>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36"/>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36"/>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36"/>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36"/>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36"/>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36"/>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36"/>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36"/>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36"/>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36"/>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36"/>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36"/>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36"/>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36"/>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36"/>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36"/>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36"/>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36"/>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36"/>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36"/>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36"/>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36"/>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36"/>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36"/>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36"/>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36"/>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36"/>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36"/>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36"/>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36"/>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36"/>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36"/>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36"/>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36"/>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36"/>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36"/>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36"/>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36"/>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36"/>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36"/>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36"/>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36"/>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36"/>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36"/>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36"/>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36"/>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36"/>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36"/>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36"/>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36"/>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36"/>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36"/>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36"/>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36"/>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36"/>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36"/>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36"/>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36"/>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36"/>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36"/>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36"/>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36"/>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36"/>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36"/>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36"/>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36"/>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36"/>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36"/>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36"/>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36"/>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36"/>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36"/>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36"/>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36"/>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36"/>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36"/>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36"/>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36"/>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36"/>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36"/>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36"/>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36"/>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36"/>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36"/>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36"/>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36"/>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36"/>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36"/>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36"/>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36"/>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36"/>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36"/>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36"/>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36"/>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36"/>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36"/>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36"/>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36"/>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36"/>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36"/>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36"/>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36"/>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36"/>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36"/>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36"/>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36"/>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36"/>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36"/>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36"/>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36"/>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36"/>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36"/>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36"/>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36"/>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36"/>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36"/>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36"/>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36"/>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36"/>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36"/>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36"/>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36"/>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36"/>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783" name="Google Shape;3783;p36"/>
          <p:cNvSpPr/>
          <p:nvPr/>
        </p:nvSpPr>
        <p:spPr>
          <a:xfrm>
            <a:off x="-85725" y="1162050"/>
            <a:ext cx="1318225" cy="3962400"/>
          </a:xfrm>
          <a:custGeom>
            <a:avLst/>
            <a:gdLst/>
            <a:ahLst/>
            <a:cxnLst/>
            <a:rect l="l" t="t" r="r" b="b"/>
            <a:pathLst>
              <a:path w="52729" h="158496" extrusionOk="0">
                <a:moveTo>
                  <a:pt x="32385" y="0"/>
                </a:moveTo>
                <a:cubicBezTo>
                  <a:pt x="20673" y="1952"/>
                  <a:pt x="9580" y="18835"/>
                  <a:pt x="13335" y="30099"/>
                </a:cubicBezTo>
                <a:cubicBezTo>
                  <a:pt x="16235" y="38798"/>
                  <a:pt x="28389" y="40612"/>
                  <a:pt x="35433" y="46482"/>
                </a:cubicBezTo>
                <a:cubicBezTo>
                  <a:pt x="43634" y="53316"/>
                  <a:pt x="51868" y="62881"/>
                  <a:pt x="52578" y="73533"/>
                </a:cubicBezTo>
                <a:cubicBezTo>
                  <a:pt x="53714" y="90574"/>
                  <a:pt x="46352" y="109079"/>
                  <a:pt x="34671" y="121539"/>
                </a:cubicBezTo>
                <a:cubicBezTo>
                  <a:pt x="23118" y="133862"/>
                  <a:pt x="7554" y="143388"/>
                  <a:pt x="0" y="158496"/>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3784" name="Google Shape;3784;p36"/>
          <p:cNvSpPr/>
          <p:nvPr/>
        </p:nvSpPr>
        <p:spPr>
          <a:xfrm>
            <a:off x="8200715" y="2019300"/>
            <a:ext cx="895650" cy="4038600"/>
          </a:xfrm>
          <a:custGeom>
            <a:avLst/>
            <a:gdLst/>
            <a:ahLst/>
            <a:cxnLst/>
            <a:rect l="l" t="t" r="r" b="b"/>
            <a:pathLst>
              <a:path w="35826" h="161544" extrusionOk="0">
                <a:moveTo>
                  <a:pt x="35826" y="0"/>
                </a:moveTo>
                <a:cubicBezTo>
                  <a:pt x="35826" y="7522"/>
                  <a:pt x="35426" y="15839"/>
                  <a:pt x="31254" y="22098"/>
                </a:cubicBezTo>
                <a:cubicBezTo>
                  <a:pt x="23682" y="33456"/>
                  <a:pt x="9702" y="39729"/>
                  <a:pt x="2679" y="51435"/>
                </a:cubicBezTo>
                <a:cubicBezTo>
                  <a:pt x="-924" y="57440"/>
                  <a:pt x="-218" y="65523"/>
                  <a:pt x="1155" y="72390"/>
                </a:cubicBezTo>
                <a:cubicBezTo>
                  <a:pt x="3222" y="82727"/>
                  <a:pt x="23401" y="92001"/>
                  <a:pt x="30492" y="84201"/>
                </a:cubicBezTo>
                <a:cubicBezTo>
                  <a:pt x="34084" y="80250"/>
                  <a:pt x="34638" y="70303"/>
                  <a:pt x="29730" y="68199"/>
                </a:cubicBezTo>
                <a:cubicBezTo>
                  <a:pt x="25105" y="66217"/>
                  <a:pt x="19058" y="68075"/>
                  <a:pt x="14871" y="70866"/>
                </a:cubicBezTo>
                <a:cubicBezTo>
                  <a:pt x="7918" y="75501"/>
                  <a:pt x="5560" y="85427"/>
                  <a:pt x="4584" y="93726"/>
                </a:cubicBezTo>
                <a:cubicBezTo>
                  <a:pt x="3188" y="105588"/>
                  <a:pt x="1833" y="118248"/>
                  <a:pt x="5727" y="129540"/>
                </a:cubicBezTo>
                <a:cubicBezTo>
                  <a:pt x="10281" y="142745"/>
                  <a:pt x="20284" y="155297"/>
                  <a:pt x="32778" y="161544"/>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3785" name="Google Shape;3785;p36"/>
          <p:cNvSpPr/>
          <p:nvPr/>
        </p:nvSpPr>
        <p:spPr>
          <a:xfrm>
            <a:off x="1714500" y="4145058"/>
            <a:ext cx="2447925" cy="1589000"/>
          </a:xfrm>
          <a:custGeom>
            <a:avLst/>
            <a:gdLst/>
            <a:ahLst/>
            <a:cxnLst/>
            <a:rect l="l" t="t" r="r" b="b"/>
            <a:pathLst>
              <a:path w="97917" h="63560" extrusionOk="0">
                <a:moveTo>
                  <a:pt x="97917" y="26984"/>
                </a:moveTo>
                <a:cubicBezTo>
                  <a:pt x="84621" y="36956"/>
                  <a:pt x="60077" y="30781"/>
                  <a:pt x="48768" y="18602"/>
                </a:cubicBezTo>
                <a:cubicBezTo>
                  <a:pt x="44368" y="13863"/>
                  <a:pt x="49241" y="-2088"/>
                  <a:pt x="55245" y="314"/>
                </a:cubicBezTo>
                <a:cubicBezTo>
                  <a:pt x="63962" y="3801"/>
                  <a:pt x="48788" y="19241"/>
                  <a:pt x="41148" y="24698"/>
                </a:cubicBezTo>
                <a:cubicBezTo>
                  <a:pt x="25796" y="35664"/>
                  <a:pt x="11786" y="48828"/>
                  <a:pt x="0" y="63560"/>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2" name="Picture 1">
            <a:extLst>
              <a:ext uri="{FF2B5EF4-FFF2-40B4-BE49-F238E27FC236}">
                <a16:creationId xmlns:a16="http://schemas.microsoft.com/office/drawing/2014/main" id="{F6ED0A94-50E8-C244-36F6-D3E55867100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1216" t="17612" r="12704" b="16695"/>
          <a:stretch/>
        </p:blipFill>
        <p:spPr bwMode="auto">
          <a:xfrm>
            <a:off x="7806197" y="4383423"/>
            <a:ext cx="1114919" cy="623520"/>
          </a:xfrm>
          <a:prstGeom prst="rect">
            <a:avLst/>
          </a:prstGeom>
          <a:noFill/>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68F26A16-E25E-59D8-0BD8-211BA83A0DCD}"/>
              </a:ext>
            </a:extLst>
          </p:cNvPr>
          <p:cNvPicPr>
            <a:picLocks noChangeAspect="1"/>
          </p:cNvPicPr>
          <p:nvPr/>
        </p:nvPicPr>
        <p:blipFill>
          <a:blip r:embed="rId5"/>
          <a:stretch>
            <a:fillRect/>
          </a:stretch>
        </p:blipFill>
        <p:spPr>
          <a:xfrm>
            <a:off x="127556" y="4300323"/>
            <a:ext cx="769016" cy="769016"/>
          </a:xfrm>
          <a:prstGeom prst="ellipse">
            <a:avLst/>
          </a:prstGeom>
        </p:spPr>
      </p:pic>
      <p:sp>
        <p:nvSpPr>
          <p:cNvPr id="3366" name="Google Shape;3366;p36"/>
          <p:cNvSpPr txBox="1">
            <a:spLocks noGrp="1"/>
          </p:cNvSpPr>
          <p:nvPr>
            <p:ph type="ctrTitle"/>
          </p:nvPr>
        </p:nvSpPr>
        <p:spPr>
          <a:xfrm>
            <a:off x="875096" y="1992906"/>
            <a:ext cx="7095264" cy="1045800"/>
          </a:xfrm>
          <a:prstGeom prst="rect">
            <a:avLst/>
          </a:prstGeom>
        </p:spPr>
        <p:txBody>
          <a:bodyPr spcFirstLastPara="1" wrap="square" lIns="91425" tIns="91425" rIns="91425" bIns="91425" anchor="b" anchorCtr="0">
            <a:noAutofit/>
          </a:bodyPr>
          <a:lstStyle/>
          <a:p>
            <a:r>
              <a:rPr lang="en" dirty="0"/>
              <a:t>FLIGHT MANAGEMENT SYSTEM</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21"/>
        <p:cNvGrpSpPr/>
        <p:nvPr/>
      </p:nvGrpSpPr>
      <p:grpSpPr>
        <a:xfrm>
          <a:off x="0" y="0"/>
          <a:ext cx="0" cy="0"/>
          <a:chOff x="0" y="0"/>
          <a:chExt cx="0" cy="0"/>
        </a:xfrm>
      </p:grpSpPr>
      <p:grpSp>
        <p:nvGrpSpPr>
          <p:cNvPr id="3824" name="Google Shape;3824;p39"/>
          <p:cNvGrpSpPr/>
          <p:nvPr/>
        </p:nvGrpSpPr>
        <p:grpSpPr>
          <a:xfrm rot="1565952">
            <a:off x="6667956" y="189443"/>
            <a:ext cx="1764112" cy="1673302"/>
            <a:chOff x="4138184" y="930105"/>
            <a:chExt cx="3959591" cy="3755764"/>
          </a:xfrm>
        </p:grpSpPr>
        <p:sp>
          <p:nvSpPr>
            <p:cNvPr id="3825" name="Google Shape;3825;p39"/>
            <p:cNvSpPr/>
            <p:nvPr/>
          </p:nvSpPr>
          <p:spPr>
            <a:xfrm>
              <a:off x="5909881" y="2233489"/>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26" name="Google Shape;3826;p39"/>
            <p:cNvGrpSpPr/>
            <p:nvPr/>
          </p:nvGrpSpPr>
          <p:grpSpPr>
            <a:xfrm>
              <a:off x="4138184" y="930105"/>
              <a:ext cx="3868174" cy="3755764"/>
              <a:chOff x="4138184" y="930105"/>
              <a:chExt cx="3868174" cy="3755764"/>
            </a:xfrm>
          </p:grpSpPr>
          <p:sp>
            <p:nvSpPr>
              <p:cNvPr id="3827" name="Google Shape;3827;p39"/>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39"/>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39"/>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39"/>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39"/>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39"/>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39"/>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39"/>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39"/>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39"/>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39"/>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39"/>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39"/>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39"/>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39"/>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39"/>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39"/>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39"/>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39"/>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39"/>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39"/>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39"/>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39"/>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39"/>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39"/>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39"/>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39"/>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39"/>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39"/>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39"/>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39"/>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39"/>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39"/>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39"/>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39"/>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39"/>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39"/>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39"/>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39"/>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39"/>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39"/>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39"/>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39"/>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39"/>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39"/>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39"/>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39"/>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39"/>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39"/>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39"/>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39"/>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39"/>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39"/>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39"/>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39"/>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39"/>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39"/>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39"/>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39"/>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39"/>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39"/>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39"/>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39"/>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39"/>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39"/>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39"/>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39"/>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39"/>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39"/>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39"/>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39"/>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39"/>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39"/>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39"/>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39"/>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39"/>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39"/>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39"/>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39"/>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39"/>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39"/>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39"/>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39"/>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39"/>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39"/>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39"/>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39"/>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39"/>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39"/>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39"/>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39"/>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39"/>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39"/>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39"/>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39"/>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39"/>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39"/>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39"/>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39"/>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39"/>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39"/>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39"/>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39"/>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39"/>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39"/>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39"/>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39"/>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39"/>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39"/>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39"/>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39"/>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39"/>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39"/>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39"/>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39"/>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39"/>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39"/>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39"/>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39"/>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39"/>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39"/>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39"/>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39"/>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39"/>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39"/>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39"/>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39"/>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39"/>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39"/>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39"/>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39"/>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39"/>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39"/>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39"/>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39"/>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62" name="Google Shape;3962;p39"/>
          <p:cNvSpPr/>
          <p:nvPr/>
        </p:nvSpPr>
        <p:spPr>
          <a:xfrm>
            <a:off x="-257175" y="150429"/>
            <a:ext cx="6705600" cy="974175"/>
          </a:xfrm>
          <a:custGeom>
            <a:avLst/>
            <a:gdLst/>
            <a:ahLst/>
            <a:cxnLst/>
            <a:rect l="l" t="t" r="r" b="b"/>
            <a:pathLst>
              <a:path w="268224" h="38967" extrusionOk="0">
                <a:moveTo>
                  <a:pt x="268224" y="32083"/>
                </a:moveTo>
                <a:cubicBezTo>
                  <a:pt x="248898" y="33840"/>
                  <a:pt x="221820" y="34245"/>
                  <a:pt x="211836" y="17605"/>
                </a:cubicBezTo>
                <a:cubicBezTo>
                  <a:pt x="208799" y="12543"/>
                  <a:pt x="211874" y="2463"/>
                  <a:pt x="217551" y="841"/>
                </a:cubicBezTo>
                <a:cubicBezTo>
                  <a:pt x="221273" y="-222"/>
                  <a:pt x="227752" y="4867"/>
                  <a:pt x="226314" y="8461"/>
                </a:cubicBezTo>
                <a:cubicBezTo>
                  <a:pt x="218276" y="28557"/>
                  <a:pt x="181986" y="10999"/>
                  <a:pt x="161544" y="3889"/>
                </a:cubicBezTo>
                <a:cubicBezTo>
                  <a:pt x="153435" y="1069"/>
                  <a:pt x="144577" y="1118"/>
                  <a:pt x="136017" y="460"/>
                </a:cubicBezTo>
                <a:cubicBezTo>
                  <a:pt x="130354" y="24"/>
                  <a:pt x="123269" y="-508"/>
                  <a:pt x="119253" y="3508"/>
                </a:cubicBezTo>
                <a:cubicBezTo>
                  <a:pt x="106843" y="15918"/>
                  <a:pt x="97059" y="36128"/>
                  <a:pt x="79629" y="38179"/>
                </a:cubicBezTo>
                <a:cubicBezTo>
                  <a:pt x="65852" y="39800"/>
                  <a:pt x="51603" y="38689"/>
                  <a:pt x="38100" y="35512"/>
                </a:cubicBezTo>
                <a:cubicBezTo>
                  <a:pt x="25715" y="32598"/>
                  <a:pt x="11380" y="27536"/>
                  <a:pt x="0" y="33226"/>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4" name="Rectangle: Rounded Corners 3">
            <a:extLst>
              <a:ext uri="{FF2B5EF4-FFF2-40B4-BE49-F238E27FC236}">
                <a16:creationId xmlns:a16="http://schemas.microsoft.com/office/drawing/2014/main" id="{7CDADCC8-3647-C402-2F13-A4373CB25697}"/>
              </a:ext>
            </a:extLst>
          </p:cNvPr>
          <p:cNvSpPr/>
          <p:nvPr/>
        </p:nvSpPr>
        <p:spPr>
          <a:xfrm>
            <a:off x="1016181" y="1287622"/>
            <a:ext cx="2067339" cy="3034331"/>
          </a:xfrm>
          <a:prstGeom prst="roundRect">
            <a:avLst>
              <a:gd name="adj" fmla="val 16282"/>
            </a:avLst>
          </a:prstGeom>
          <a:solidFill>
            <a:schemeClr val="tx1">
              <a:lumMod val="10000"/>
              <a:lumOff val="90000"/>
            </a:schemeClr>
          </a:solidFill>
          <a:ln w="762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047FA8C6-61D1-2845-EAF4-6F4CAB2CB0E3}"/>
              </a:ext>
            </a:extLst>
          </p:cNvPr>
          <p:cNvPicPr>
            <a:picLocks noChangeAspect="1"/>
          </p:cNvPicPr>
          <p:nvPr/>
        </p:nvPicPr>
        <p:blipFill rotWithShape="1">
          <a:blip r:embed="rId3"/>
          <a:srcRect l="6276" t="4098" r="6973"/>
          <a:stretch/>
        </p:blipFill>
        <p:spPr>
          <a:xfrm>
            <a:off x="1576747" y="1675211"/>
            <a:ext cx="943818" cy="1137904"/>
          </a:xfrm>
          <a:prstGeom prst="rect">
            <a:avLst/>
          </a:prstGeom>
          <a:ln>
            <a:solidFill>
              <a:schemeClr val="bg1">
                <a:lumMod val="10000"/>
              </a:schemeClr>
            </a:solidFill>
          </a:ln>
        </p:spPr>
      </p:pic>
      <p:sp>
        <p:nvSpPr>
          <p:cNvPr id="5" name="TextBox 4">
            <a:extLst>
              <a:ext uri="{FF2B5EF4-FFF2-40B4-BE49-F238E27FC236}">
                <a16:creationId xmlns:a16="http://schemas.microsoft.com/office/drawing/2014/main" id="{DBFB76EA-2682-3234-13A3-D33CC68E6598}"/>
              </a:ext>
            </a:extLst>
          </p:cNvPr>
          <p:cNvSpPr txBox="1"/>
          <p:nvPr/>
        </p:nvSpPr>
        <p:spPr>
          <a:xfrm>
            <a:off x="946207" y="2813848"/>
            <a:ext cx="2326952" cy="1323439"/>
          </a:xfrm>
          <a:prstGeom prst="rect">
            <a:avLst/>
          </a:prstGeom>
          <a:noFill/>
        </p:spPr>
        <p:txBody>
          <a:bodyPr wrap="square" rtlCol="0">
            <a:spAutoFit/>
          </a:bodyPr>
          <a:lstStyle/>
          <a:p>
            <a:r>
              <a:rPr lang="en-GB" sz="2400" dirty="0">
                <a:solidFill>
                  <a:schemeClr val="bg2">
                    <a:lumMod val="75000"/>
                  </a:schemeClr>
                </a:solidFill>
                <a:latin typeface="Bebas Neue" panose="020B0606020202050201" pitchFamily="34" charset="0"/>
              </a:rPr>
              <a:t>              </a:t>
            </a:r>
            <a:r>
              <a:rPr lang="en-GB" sz="3200" dirty="0">
                <a:solidFill>
                  <a:schemeClr val="bg2">
                    <a:lumMod val="75000"/>
                  </a:schemeClr>
                </a:solidFill>
                <a:latin typeface="Bebas Neue" panose="020B0606020202050201" pitchFamily="34" charset="0"/>
              </a:rPr>
              <a:t>PILOT</a:t>
            </a:r>
            <a:endParaRPr lang="en-GB" sz="1600" dirty="0">
              <a:solidFill>
                <a:schemeClr val="bg2">
                  <a:lumMod val="75000"/>
                </a:schemeClr>
              </a:solidFill>
              <a:latin typeface="Bebas Neue" panose="020B0606020202050201" pitchFamily="34" charset="0"/>
            </a:endParaRPr>
          </a:p>
          <a:p>
            <a:r>
              <a:rPr lang="en-GB" sz="1600" dirty="0">
                <a:solidFill>
                  <a:schemeClr val="bg1">
                    <a:lumMod val="25000"/>
                  </a:schemeClr>
                </a:solidFill>
                <a:latin typeface="Bebas Neue" panose="020B0606020202050201" pitchFamily="34" charset="0"/>
              </a:rPr>
              <a:t>   </a:t>
            </a:r>
            <a:r>
              <a:rPr lang="en-GB" sz="1800" dirty="0">
                <a:solidFill>
                  <a:schemeClr val="bg1">
                    <a:lumMod val="25000"/>
                  </a:schemeClr>
                </a:solidFill>
                <a:latin typeface="Bebas Neue" panose="020B0606020202050201" pitchFamily="34" charset="0"/>
              </a:rPr>
              <a:t>Name : </a:t>
            </a:r>
            <a:r>
              <a:rPr lang="en-GB" sz="1800" dirty="0" err="1">
                <a:latin typeface="Bebas Neue" panose="020B0606020202050201" pitchFamily="34" charset="0"/>
              </a:rPr>
              <a:t>Majd</a:t>
            </a:r>
            <a:r>
              <a:rPr lang="en-GB" sz="1800" dirty="0">
                <a:latin typeface="Bebas Neue" panose="020B0606020202050201" pitchFamily="34" charset="0"/>
              </a:rPr>
              <a:t> </a:t>
            </a:r>
            <a:r>
              <a:rPr lang="en-GB" sz="1800" dirty="0" err="1">
                <a:latin typeface="Bebas Neue" panose="020B0606020202050201" pitchFamily="34" charset="0"/>
              </a:rPr>
              <a:t>Almubarak</a:t>
            </a:r>
            <a:endParaRPr lang="en-GB" sz="1800" dirty="0">
              <a:latin typeface="Bebas Neue" panose="020B0606020202050201" pitchFamily="34" charset="0"/>
            </a:endParaRPr>
          </a:p>
          <a:p>
            <a:r>
              <a:rPr lang="en-GB" sz="1800" dirty="0">
                <a:solidFill>
                  <a:schemeClr val="tx2"/>
                </a:solidFill>
                <a:latin typeface="Bebas Neue" panose="020B0606020202050201" pitchFamily="34" charset="0"/>
              </a:rPr>
              <a:t>   </a:t>
            </a:r>
            <a:r>
              <a:rPr lang="en-GB" sz="1800" dirty="0">
                <a:solidFill>
                  <a:schemeClr val="bg1">
                    <a:lumMod val="25000"/>
                  </a:schemeClr>
                </a:solidFill>
                <a:latin typeface="Bebas Neue" panose="020B0606020202050201" pitchFamily="34" charset="0"/>
              </a:rPr>
              <a:t>ID : </a:t>
            </a:r>
            <a:r>
              <a:rPr lang="en-GB" sz="1800" dirty="0">
                <a:latin typeface="Bebas Neue" panose="020B0606020202050201" pitchFamily="34" charset="0"/>
              </a:rPr>
              <a:t>222429799</a:t>
            </a:r>
          </a:p>
          <a:p>
            <a:endParaRPr lang="en-GB" sz="1200" dirty="0"/>
          </a:p>
        </p:txBody>
      </p:sp>
      <p:sp>
        <p:nvSpPr>
          <p:cNvPr id="6" name="Rectangle: Rounded Corners 5">
            <a:extLst>
              <a:ext uri="{FF2B5EF4-FFF2-40B4-BE49-F238E27FC236}">
                <a16:creationId xmlns:a16="http://schemas.microsoft.com/office/drawing/2014/main" id="{1B75EBF2-9DC2-CDD7-B91C-B446347E929D}"/>
              </a:ext>
            </a:extLst>
          </p:cNvPr>
          <p:cNvSpPr/>
          <p:nvPr/>
        </p:nvSpPr>
        <p:spPr>
          <a:xfrm>
            <a:off x="3585776" y="1304852"/>
            <a:ext cx="2067339" cy="3034331"/>
          </a:xfrm>
          <a:prstGeom prst="roundRect">
            <a:avLst>
              <a:gd name="adj" fmla="val 16282"/>
            </a:avLst>
          </a:prstGeom>
          <a:solidFill>
            <a:schemeClr val="tx1">
              <a:lumMod val="10000"/>
              <a:lumOff val="90000"/>
            </a:schemeClr>
          </a:solidFill>
          <a:ln w="762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8999FBA8-7E5C-2233-7E4F-30D9CC255771}"/>
              </a:ext>
            </a:extLst>
          </p:cNvPr>
          <p:cNvPicPr>
            <a:picLocks noChangeAspect="1"/>
          </p:cNvPicPr>
          <p:nvPr/>
        </p:nvPicPr>
        <p:blipFill rotWithShape="1">
          <a:blip r:embed="rId3"/>
          <a:srcRect l="6276" t="4098" r="6973"/>
          <a:stretch/>
        </p:blipFill>
        <p:spPr>
          <a:xfrm>
            <a:off x="4146342" y="1692441"/>
            <a:ext cx="943818" cy="1137904"/>
          </a:xfrm>
          <a:prstGeom prst="rect">
            <a:avLst/>
          </a:prstGeom>
          <a:ln>
            <a:solidFill>
              <a:schemeClr val="bg1">
                <a:lumMod val="10000"/>
              </a:schemeClr>
            </a:solidFill>
          </a:ln>
        </p:spPr>
      </p:pic>
      <p:sp>
        <p:nvSpPr>
          <p:cNvPr id="8" name="TextBox 7">
            <a:extLst>
              <a:ext uri="{FF2B5EF4-FFF2-40B4-BE49-F238E27FC236}">
                <a16:creationId xmlns:a16="http://schemas.microsoft.com/office/drawing/2014/main" id="{25B3C38A-13FA-2B05-6A68-B836989D7E6D}"/>
              </a:ext>
            </a:extLst>
          </p:cNvPr>
          <p:cNvSpPr txBox="1"/>
          <p:nvPr/>
        </p:nvSpPr>
        <p:spPr>
          <a:xfrm>
            <a:off x="3499900" y="2831078"/>
            <a:ext cx="2326952" cy="1323439"/>
          </a:xfrm>
          <a:prstGeom prst="rect">
            <a:avLst/>
          </a:prstGeom>
          <a:noFill/>
        </p:spPr>
        <p:txBody>
          <a:bodyPr wrap="square" rtlCol="0">
            <a:spAutoFit/>
          </a:bodyPr>
          <a:lstStyle/>
          <a:p>
            <a:r>
              <a:rPr lang="en-GB" sz="2400" dirty="0">
                <a:solidFill>
                  <a:schemeClr val="bg2">
                    <a:lumMod val="75000"/>
                  </a:schemeClr>
                </a:solidFill>
                <a:latin typeface="Bebas Neue" panose="020B0606020202050201" pitchFamily="34" charset="0"/>
              </a:rPr>
              <a:t>              </a:t>
            </a:r>
            <a:r>
              <a:rPr lang="en-GB" sz="3200" dirty="0">
                <a:solidFill>
                  <a:schemeClr val="bg2">
                    <a:lumMod val="75000"/>
                  </a:schemeClr>
                </a:solidFill>
                <a:latin typeface="Bebas Neue" panose="020B0606020202050201" pitchFamily="34" charset="0"/>
              </a:rPr>
              <a:t>PILOT</a:t>
            </a:r>
            <a:endParaRPr lang="en-GB" sz="1600" dirty="0">
              <a:solidFill>
                <a:schemeClr val="bg2">
                  <a:lumMod val="75000"/>
                </a:schemeClr>
              </a:solidFill>
              <a:latin typeface="Bebas Neue" panose="020B0606020202050201" pitchFamily="34" charset="0"/>
            </a:endParaRPr>
          </a:p>
          <a:p>
            <a:r>
              <a:rPr lang="en-GB" sz="1600" dirty="0">
                <a:solidFill>
                  <a:schemeClr val="bg1">
                    <a:lumMod val="25000"/>
                  </a:schemeClr>
                </a:solidFill>
                <a:latin typeface="Bebas Neue" panose="020B0606020202050201" pitchFamily="34" charset="0"/>
              </a:rPr>
              <a:t>   </a:t>
            </a:r>
            <a:r>
              <a:rPr lang="en-GB" sz="1800" dirty="0">
                <a:solidFill>
                  <a:schemeClr val="bg1">
                    <a:lumMod val="25000"/>
                  </a:schemeClr>
                </a:solidFill>
                <a:latin typeface="Bebas Neue" panose="020B0606020202050201" pitchFamily="34" charset="0"/>
              </a:rPr>
              <a:t>Name : </a:t>
            </a:r>
            <a:r>
              <a:rPr lang="en-US" sz="1800" dirty="0">
                <a:effectLst/>
                <a:latin typeface="Bebas Neue" panose="020B0606020202050201" pitchFamily="34" charset="0"/>
                <a:ea typeface="Calibri" panose="020F0502020204030204" pitchFamily="34" charset="0"/>
              </a:rPr>
              <a:t>Dania </a:t>
            </a:r>
            <a:r>
              <a:rPr lang="en-US" sz="1800" dirty="0" err="1">
                <a:effectLst/>
                <a:latin typeface="Bebas Neue" panose="020B0606020202050201" pitchFamily="34" charset="0"/>
                <a:ea typeface="Calibri" panose="020F0502020204030204" pitchFamily="34" charset="0"/>
              </a:rPr>
              <a:t>Abuhassnah</a:t>
            </a:r>
            <a:r>
              <a:rPr lang="en-US" sz="1800" dirty="0">
                <a:effectLst/>
                <a:latin typeface="Bebas Neue" panose="020B0606020202050201" pitchFamily="34" charset="0"/>
                <a:ea typeface="Calibri" panose="020F0502020204030204" pitchFamily="34" charset="0"/>
              </a:rPr>
              <a:t> </a:t>
            </a:r>
            <a:endParaRPr lang="en-GB" sz="1800" dirty="0">
              <a:latin typeface="Bebas Neue" panose="020B0606020202050201" pitchFamily="34" charset="0"/>
            </a:endParaRPr>
          </a:p>
          <a:p>
            <a:r>
              <a:rPr lang="en-GB" sz="1800" dirty="0">
                <a:solidFill>
                  <a:schemeClr val="tx2"/>
                </a:solidFill>
                <a:latin typeface="Bebas Neue" panose="020B0606020202050201" pitchFamily="34" charset="0"/>
              </a:rPr>
              <a:t>   </a:t>
            </a:r>
            <a:r>
              <a:rPr lang="en-GB" sz="1800" dirty="0">
                <a:solidFill>
                  <a:schemeClr val="bg1">
                    <a:lumMod val="25000"/>
                  </a:schemeClr>
                </a:solidFill>
                <a:latin typeface="Bebas Neue" panose="020B0606020202050201" pitchFamily="34" charset="0"/>
              </a:rPr>
              <a:t>ID : </a:t>
            </a:r>
            <a:r>
              <a:rPr lang="en-GB" sz="1800" dirty="0">
                <a:latin typeface="Bebas Neue" panose="020B0606020202050201" pitchFamily="34" charset="0"/>
              </a:rPr>
              <a:t>222453425</a:t>
            </a:r>
          </a:p>
          <a:p>
            <a:endParaRPr lang="en-GB" sz="1200" dirty="0"/>
          </a:p>
        </p:txBody>
      </p:sp>
      <p:sp>
        <p:nvSpPr>
          <p:cNvPr id="9" name="Rectangle: Rounded Corners 8">
            <a:extLst>
              <a:ext uri="{FF2B5EF4-FFF2-40B4-BE49-F238E27FC236}">
                <a16:creationId xmlns:a16="http://schemas.microsoft.com/office/drawing/2014/main" id="{C6064256-6C31-530A-E97E-41B3AD73BCC4}"/>
              </a:ext>
            </a:extLst>
          </p:cNvPr>
          <p:cNvSpPr/>
          <p:nvPr/>
        </p:nvSpPr>
        <p:spPr>
          <a:xfrm>
            <a:off x="6193796" y="1304855"/>
            <a:ext cx="2067339" cy="3034331"/>
          </a:xfrm>
          <a:prstGeom prst="roundRect">
            <a:avLst>
              <a:gd name="adj" fmla="val 16282"/>
            </a:avLst>
          </a:prstGeom>
          <a:solidFill>
            <a:schemeClr val="tx1">
              <a:lumMod val="10000"/>
              <a:lumOff val="90000"/>
            </a:schemeClr>
          </a:solidFill>
          <a:ln w="762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a:extLst>
              <a:ext uri="{FF2B5EF4-FFF2-40B4-BE49-F238E27FC236}">
                <a16:creationId xmlns:a16="http://schemas.microsoft.com/office/drawing/2014/main" id="{C23000A6-7114-1FBF-4120-14C0846ACBF4}"/>
              </a:ext>
            </a:extLst>
          </p:cNvPr>
          <p:cNvPicPr>
            <a:picLocks noChangeAspect="1"/>
          </p:cNvPicPr>
          <p:nvPr/>
        </p:nvPicPr>
        <p:blipFill rotWithShape="1">
          <a:blip r:embed="rId3"/>
          <a:srcRect l="6276" t="4098" r="6973"/>
          <a:stretch/>
        </p:blipFill>
        <p:spPr>
          <a:xfrm>
            <a:off x="6754362" y="1692444"/>
            <a:ext cx="943818" cy="1137904"/>
          </a:xfrm>
          <a:prstGeom prst="rect">
            <a:avLst/>
          </a:prstGeom>
          <a:ln>
            <a:solidFill>
              <a:schemeClr val="bg1">
                <a:lumMod val="10000"/>
              </a:schemeClr>
            </a:solidFill>
          </a:ln>
        </p:spPr>
      </p:pic>
      <p:sp>
        <p:nvSpPr>
          <p:cNvPr id="11" name="TextBox 10">
            <a:extLst>
              <a:ext uri="{FF2B5EF4-FFF2-40B4-BE49-F238E27FC236}">
                <a16:creationId xmlns:a16="http://schemas.microsoft.com/office/drawing/2014/main" id="{C40CE1B6-D2F5-963B-8680-CBF088D0A0F4}"/>
              </a:ext>
            </a:extLst>
          </p:cNvPr>
          <p:cNvSpPr txBox="1"/>
          <p:nvPr/>
        </p:nvSpPr>
        <p:spPr>
          <a:xfrm>
            <a:off x="6115871" y="2831081"/>
            <a:ext cx="2326952" cy="1323439"/>
          </a:xfrm>
          <a:prstGeom prst="rect">
            <a:avLst/>
          </a:prstGeom>
          <a:noFill/>
        </p:spPr>
        <p:txBody>
          <a:bodyPr wrap="square" rtlCol="0">
            <a:spAutoFit/>
          </a:bodyPr>
          <a:lstStyle/>
          <a:p>
            <a:r>
              <a:rPr lang="en-GB" sz="2400" dirty="0">
                <a:solidFill>
                  <a:schemeClr val="bg2">
                    <a:lumMod val="75000"/>
                  </a:schemeClr>
                </a:solidFill>
                <a:latin typeface="Bebas Neue" panose="020B0606020202050201" pitchFamily="34" charset="0"/>
              </a:rPr>
              <a:t>              </a:t>
            </a:r>
            <a:r>
              <a:rPr lang="en-GB" sz="3200" dirty="0">
                <a:solidFill>
                  <a:schemeClr val="bg2">
                    <a:lumMod val="75000"/>
                  </a:schemeClr>
                </a:solidFill>
                <a:latin typeface="Bebas Neue" panose="020B0606020202050201" pitchFamily="34" charset="0"/>
              </a:rPr>
              <a:t>PILOT</a:t>
            </a:r>
            <a:endParaRPr lang="en-GB" sz="1600" dirty="0">
              <a:solidFill>
                <a:schemeClr val="bg2">
                  <a:lumMod val="75000"/>
                </a:schemeClr>
              </a:solidFill>
              <a:latin typeface="Bebas Neue" panose="020B0606020202050201" pitchFamily="34" charset="0"/>
            </a:endParaRPr>
          </a:p>
          <a:p>
            <a:r>
              <a:rPr lang="en-GB" sz="1600" dirty="0">
                <a:solidFill>
                  <a:schemeClr val="bg1">
                    <a:lumMod val="25000"/>
                  </a:schemeClr>
                </a:solidFill>
                <a:latin typeface="Bebas Neue" panose="020B0606020202050201" pitchFamily="34" charset="0"/>
              </a:rPr>
              <a:t>   </a:t>
            </a:r>
            <a:r>
              <a:rPr lang="en-GB" sz="1800" dirty="0">
                <a:solidFill>
                  <a:schemeClr val="bg1">
                    <a:lumMod val="25000"/>
                  </a:schemeClr>
                </a:solidFill>
                <a:latin typeface="Bebas Neue" panose="020B0606020202050201" pitchFamily="34" charset="0"/>
              </a:rPr>
              <a:t>Name : </a:t>
            </a:r>
            <a:r>
              <a:rPr lang="en-GB" sz="1800" dirty="0" err="1">
                <a:solidFill>
                  <a:schemeClr val="bg1">
                    <a:lumMod val="10000"/>
                  </a:schemeClr>
                </a:solidFill>
                <a:latin typeface="Bebas Neue" panose="020B0606020202050201" pitchFamily="34" charset="0"/>
              </a:rPr>
              <a:t>atekah</a:t>
            </a:r>
            <a:r>
              <a:rPr lang="en-GB" sz="1800" dirty="0">
                <a:solidFill>
                  <a:schemeClr val="bg1">
                    <a:lumMod val="10000"/>
                  </a:schemeClr>
                </a:solidFill>
                <a:latin typeface="Bebas Neue" panose="020B0606020202050201" pitchFamily="34" charset="0"/>
              </a:rPr>
              <a:t> </a:t>
            </a:r>
            <a:r>
              <a:rPr lang="en-GB" sz="1800" dirty="0" err="1">
                <a:solidFill>
                  <a:schemeClr val="bg1">
                    <a:lumMod val="10000"/>
                  </a:schemeClr>
                </a:solidFill>
                <a:latin typeface="Bebas Neue" panose="020B0606020202050201" pitchFamily="34" charset="0"/>
              </a:rPr>
              <a:t>aljafar</a:t>
            </a:r>
            <a:endParaRPr lang="en-GB" sz="1800" dirty="0">
              <a:solidFill>
                <a:schemeClr val="bg1">
                  <a:lumMod val="10000"/>
                </a:schemeClr>
              </a:solidFill>
              <a:latin typeface="Bebas Neue" panose="020B0606020202050201" pitchFamily="34" charset="0"/>
            </a:endParaRPr>
          </a:p>
          <a:p>
            <a:r>
              <a:rPr lang="en-GB" sz="1800" dirty="0">
                <a:solidFill>
                  <a:schemeClr val="tx2"/>
                </a:solidFill>
                <a:latin typeface="Bebas Neue" panose="020B0606020202050201" pitchFamily="34" charset="0"/>
              </a:rPr>
              <a:t>   </a:t>
            </a:r>
            <a:r>
              <a:rPr lang="en-GB" sz="1800" dirty="0">
                <a:solidFill>
                  <a:schemeClr val="bg1">
                    <a:lumMod val="25000"/>
                  </a:schemeClr>
                </a:solidFill>
                <a:latin typeface="Bebas Neue" panose="020B0606020202050201" pitchFamily="34" charset="0"/>
              </a:rPr>
              <a:t>ID : </a:t>
            </a:r>
            <a:r>
              <a:rPr lang="en-GB" sz="1800" dirty="0">
                <a:latin typeface="Bebas Neue" panose="020B0606020202050201" pitchFamily="34" charset="0"/>
              </a:rPr>
              <a:t>222427138</a:t>
            </a:r>
          </a:p>
          <a:p>
            <a:endParaRPr lang="en-GB"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98"/>
        <p:cNvGrpSpPr/>
        <p:nvPr/>
      </p:nvGrpSpPr>
      <p:grpSpPr>
        <a:xfrm>
          <a:off x="0" y="0"/>
          <a:ext cx="0" cy="0"/>
          <a:chOff x="0" y="0"/>
          <a:chExt cx="0" cy="0"/>
        </a:xfrm>
      </p:grpSpPr>
      <p:sp>
        <p:nvSpPr>
          <p:cNvPr id="3799" name="Google Shape;3799;p38"/>
          <p:cNvSpPr txBox="1">
            <a:spLocks noGrp="1"/>
          </p:cNvSpPr>
          <p:nvPr>
            <p:ph type="title"/>
          </p:nvPr>
        </p:nvSpPr>
        <p:spPr>
          <a:xfrm>
            <a:off x="1714500" y="445025"/>
            <a:ext cx="5715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3806" name="Google Shape;3806;p38"/>
          <p:cNvSpPr txBox="1">
            <a:spLocks noGrp="1"/>
          </p:cNvSpPr>
          <p:nvPr>
            <p:ph type="title" idx="7"/>
          </p:nvPr>
        </p:nvSpPr>
        <p:spPr>
          <a:xfrm>
            <a:off x="1505376" y="1295873"/>
            <a:ext cx="734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807" name="Google Shape;3807;p38"/>
          <p:cNvSpPr txBox="1">
            <a:spLocks noGrp="1"/>
          </p:cNvSpPr>
          <p:nvPr>
            <p:ph type="title" idx="8"/>
          </p:nvPr>
        </p:nvSpPr>
        <p:spPr>
          <a:xfrm>
            <a:off x="1505376" y="2957902"/>
            <a:ext cx="734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808" name="Google Shape;3808;p38"/>
          <p:cNvSpPr txBox="1">
            <a:spLocks noGrp="1"/>
          </p:cNvSpPr>
          <p:nvPr>
            <p:ph type="title" idx="9"/>
          </p:nvPr>
        </p:nvSpPr>
        <p:spPr>
          <a:xfrm>
            <a:off x="4204650" y="1295873"/>
            <a:ext cx="734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809" name="Google Shape;3809;p38"/>
          <p:cNvSpPr txBox="1">
            <a:spLocks noGrp="1"/>
          </p:cNvSpPr>
          <p:nvPr>
            <p:ph type="title" idx="13"/>
          </p:nvPr>
        </p:nvSpPr>
        <p:spPr>
          <a:xfrm>
            <a:off x="4204650" y="2957902"/>
            <a:ext cx="734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3810" name="Google Shape;3810;p38"/>
          <p:cNvSpPr txBox="1">
            <a:spLocks noGrp="1"/>
          </p:cNvSpPr>
          <p:nvPr>
            <p:ph type="title" idx="14"/>
          </p:nvPr>
        </p:nvSpPr>
        <p:spPr>
          <a:xfrm>
            <a:off x="6903924" y="1295873"/>
            <a:ext cx="734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811" name="Google Shape;3811;p38"/>
          <p:cNvSpPr txBox="1">
            <a:spLocks noGrp="1"/>
          </p:cNvSpPr>
          <p:nvPr>
            <p:ph type="title" idx="15"/>
          </p:nvPr>
        </p:nvSpPr>
        <p:spPr>
          <a:xfrm>
            <a:off x="6903924" y="2957902"/>
            <a:ext cx="7347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3812" name="Google Shape;3812;p38"/>
          <p:cNvSpPr txBox="1">
            <a:spLocks noGrp="1"/>
          </p:cNvSpPr>
          <p:nvPr>
            <p:ph type="subTitle" idx="16"/>
          </p:nvPr>
        </p:nvSpPr>
        <p:spPr>
          <a:xfrm>
            <a:off x="719976" y="2171234"/>
            <a:ext cx="2305500" cy="39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Abstract / summary</a:t>
            </a:r>
          </a:p>
        </p:txBody>
      </p:sp>
      <p:sp>
        <p:nvSpPr>
          <p:cNvPr id="3813" name="Google Shape;3813;p38"/>
          <p:cNvSpPr txBox="1">
            <a:spLocks noGrp="1"/>
          </p:cNvSpPr>
          <p:nvPr>
            <p:ph type="subTitle" idx="17"/>
          </p:nvPr>
        </p:nvSpPr>
        <p:spPr>
          <a:xfrm>
            <a:off x="3419250" y="2172186"/>
            <a:ext cx="2305500" cy="39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dirty="0"/>
          </a:p>
        </p:txBody>
      </p:sp>
      <p:sp>
        <p:nvSpPr>
          <p:cNvPr id="3814" name="Google Shape;3814;p38"/>
          <p:cNvSpPr txBox="1">
            <a:spLocks noGrp="1"/>
          </p:cNvSpPr>
          <p:nvPr>
            <p:ph type="subTitle" idx="18"/>
          </p:nvPr>
        </p:nvSpPr>
        <p:spPr>
          <a:xfrm>
            <a:off x="6118524" y="2171234"/>
            <a:ext cx="2305500" cy="39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Problem statement</a:t>
            </a:r>
            <a:endParaRPr dirty="0"/>
          </a:p>
        </p:txBody>
      </p:sp>
      <p:sp>
        <p:nvSpPr>
          <p:cNvPr id="3815" name="Google Shape;3815;p38"/>
          <p:cNvSpPr txBox="1">
            <a:spLocks noGrp="1"/>
          </p:cNvSpPr>
          <p:nvPr>
            <p:ph type="subTitle" idx="19"/>
          </p:nvPr>
        </p:nvSpPr>
        <p:spPr>
          <a:xfrm>
            <a:off x="719976" y="3839700"/>
            <a:ext cx="2305500" cy="39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methodology</a:t>
            </a:r>
            <a:endParaRPr dirty="0"/>
          </a:p>
        </p:txBody>
      </p:sp>
      <p:sp>
        <p:nvSpPr>
          <p:cNvPr id="3816" name="Google Shape;3816;p38"/>
          <p:cNvSpPr txBox="1">
            <a:spLocks noGrp="1"/>
          </p:cNvSpPr>
          <p:nvPr>
            <p:ph type="subTitle" idx="20"/>
          </p:nvPr>
        </p:nvSpPr>
        <p:spPr>
          <a:xfrm>
            <a:off x="3308362" y="3839700"/>
            <a:ext cx="2578454" cy="39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R</a:t>
            </a:r>
            <a:r>
              <a:rPr lang="en" dirty="0"/>
              <a:t>esults  and discussion</a:t>
            </a:r>
            <a:endParaRPr dirty="0"/>
          </a:p>
        </p:txBody>
      </p:sp>
      <p:sp>
        <p:nvSpPr>
          <p:cNvPr id="3817" name="Google Shape;3817;p38"/>
          <p:cNvSpPr txBox="1">
            <a:spLocks noGrp="1"/>
          </p:cNvSpPr>
          <p:nvPr>
            <p:ph type="subTitle" idx="21"/>
          </p:nvPr>
        </p:nvSpPr>
        <p:spPr>
          <a:xfrm>
            <a:off x="6118524" y="3839700"/>
            <a:ext cx="2305500" cy="394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conclusion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66"/>
        <p:cNvGrpSpPr/>
        <p:nvPr/>
      </p:nvGrpSpPr>
      <p:grpSpPr>
        <a:xfrm>
          <a:off x="0" y="0"/>
          <a:ext cx="0" cy="0"/>
          <a:chOff x="0" y="0"/>
          <a:chExt cx="0" cy="0"/>
        </a:xfrm>
      </p:grpSpPr>
      <p:sp>
        <p:nvSpPr>
          <p:cNvPr id="3967" name="Google Shape;3967;p40"/>
          <p:cNvSpPr txBox="1">
            <a:spLocks noGrp="1"/>
          </p:cNvSpPr>
          <p:nvPr>
            <p:ph type="title"/>
          </p:nvPr>
        </p:nvSpPr>
        <p:spPr>
          <a:xfrm>
            <a:off x="3714775" y="3497152"/>
            <a:ext cx="47160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Abstract / summary</a:t>
            </a:r>
            <a:endParaRPr dirty="0"/>
          </a:p>
        </p:txBody>
      </p:sp>
      <p:sp>
        <p:nvSpPr>
          <p:cNvPr id="3968" name="Google Shape;3968;p40"/>
          <p:cNvSpPr txBox="1">
            <a:spLocks noGrp="1"/>
          </p:cNvSpPr>
          <p:nvPr>
            <p:ph type="title" idx="2"/>
          </p:nvPr>
        </p:nvSpPr>
        <p:spPr>
          <a:xfrm>
            <a:off x="7529875" y="2376450"/>
            <a:ext cx="90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3970" name="Google Shape;3970;p40"/>
          <p:cNvGrpSpPr/>
          <p:nvPr/>
        </p:nvGrpSpPr>
        <p:grpSpPr>
          <a:xfrm>
            <a:off x="4151753" y="1411443"/>
            <a:ext cx="1763602" cy="1672817"/>
            <a:chOff x="4138184" y="930105"/>
            <a:chExt cx="3959591" cy="3755764"/>
          </a:xfrm>
        </p:grpSpPr>
        <p:sp>
          <p:nvSpPr>
            <p:cNvPr id="3971" name="Google Shape;3971;p40"/>
            <p:cNvSpPr/>
            <p:nvPr/>
          </p:nvSpPr>
          <p:spPr>
            <a:xfrm>
              <a:off x="5909881" y="2233489"/>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2" name="Google Shape;3972;p40"/>
            <p:cNvGrpSpPr/>
            <p:nvPr/>
          </p:nvGrpSpPr>
          <p:grpSpPr>
            <a:xfrm>
              <a:off x="4138184" y="930105"/>
              <a:ext cx="3868174" cy="3755764"/>
              <a:chOff x="4138184" y="930105"/>
              <a:chExt cx="3868174" cy="3755764"/>
            </a:xfrm>
          </p:grpSpPr>
          <p:sp>
            <p:nvSpPr>
              <p:cNvPr id="3973" name="Google Shape;3973;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8" name="Google Shape;4108;p40"/>
          <p:cNvGrpSpPr/>
          <p:nvPr/>
        </p:nvGrpSpPr>
        <p:grpSpPr>
          <a:xfrm rot="-7355672">
            <a:off x="870850" y="88876"/>
            <a:ext cx="2053828" cy="1672589"/>
            <a:chOff x="3394530" y="930105"/>
            <a:chExt cx="4611828" cy="3755764"/>
          </a:xfrm>
        </p:grpSpPr>
        <p:sp>
          <p:nvSpPr>
            <p:cNvPr id="4109" name="Google Shape;4109;p40"/>
            <p:cNvSpPr/>
            <p:nvPr/>
          </p:nvSpPr>
          <p:spPr>
            <a:xfrm>
              <a:off x="3394530" y="121409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0" name="Google Shape;4110;p40"/>
            <p:cNvGrpSpPr/>
            <p:nvPr/>
          </p:nvGrpSpPr>
          <p:grpSpPr>
            <a:xfrm>
              <a:off x="4138184" y="930105"/>
              <a:ext cx="3868174" cy="3755764"/>
              <a:chOff x="4138184" y="930105"/>
              <a:chExt cx="3868174" cy="3755764"/>
            </a:xfrm>
          </p:grpSpPr>
          <p:sp>
            <p:nvSpPr>
              <p:cNvPr id="4111" name="Google Shape;4111;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46" name="Google Shape;4246;p40"/>
          <p:cNvSpPr/>
          <p:nvPr/>
        </p:nvSpPr>
        <p:spPr>
          <a:xfrm>
            <a:off x="2695575" y="577651"/>
            <a:ext cx="7524750" cy="852425"/>
          </a:xfrm>
          <a:custGeom>
            <a:avLst/>
            <a:gdLst/>
            <a:ahLst/>
            <a:cxnLst/>
            <a:rect l="l" t="t" r="r" b="b"/>
            <a:pathLst>
              <a:path w="300990" h="34097" extrusionOk="0">
                <a:moveTo>
                  <a:pt x="0" y="32520"/>
                </a:moveTo>
                <a:cubicBezTo>
                  <a:pt x="7924" y="35161"/>
                  <a:pt x="18859" y="34616"/>
                  <a:pt x="24765" y="28710"/>
                </a:cubicBezTo>
                <a:cubicBezTo>
                  <a:pt x="31243" y="22232"/>
                  <a:pt x="37345" y="15285"/>
                  <a:pt x="44577" y="9660"/>
                </a:cubicBezTo>
                <a:cubicBezTo>
                  <a:pt x="51934" y="3938"/>
                  <a:pt x="61556" y="578"/>
                  <a:pt x="70866" y="135"/>
                </a:cubicBezTo>
                <a:cubicBezTo>
                  <a:pt x="93542" y="-945"/>
                  <a:pt x="114127" y="15770"/>
                  <a:pt x="136779" y="17280"/>
                </a:cubicBezTo>
                <a:cubicBezTo>
                  <a:pt x="151596" y="18268"/>
                  <a:pt x="166931" y="14015"/>
                  <a:pt x="180213" y="7374"/>
                </a:cubicBezTo>
                <a:cubicBezTo>
                  <a:pt x="184785" y="5088"/>
                  <a:pt x="188887" y="1356"/>
                  <a:pt x="193929" y="516"/>
                </a:cubicBezTo>
                <a:cubicBezTo>
                  <a:pt x="209882" y="-2143"/>
                  <a:pt x="225483" y="7642"/>
                  <a:pt x="241173" y="11565"/>
                </a:cubicBezTo>
                <a:cubicBezTo>
                  <a:pt x="260630" y="16429"/>
                  <a:pt x="281089" y="15554"/>
                  <a:pt x="300990" y="18042"/>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4247" name="Google Shape;4247;p40"/>
          <p:cNvSpPr/>
          <p:nvPr/>
        </p:nvSpPr>
        <p:spPr>
          <a:xfrm>
            <a:off x="928277" y="2335969"/>
            <a:ext cx="3129375" cy="3560000"/>
          </a:xfrm>
          <a:custGeom>
            <a:avLst/>
            <a:gdLst/>
            <a:ahLst/>
            <a:cxnLst/>
            <a:rect l="l" t="t" r="r" b="b"/>
            <a:pathLst>
              <a:path w="125175" h="142400" extrusionOk="0">
                <a:moveTo>
                  <a:pt x="125175" y="12098"/>
                </a:moveTo>
                <a:cubicBezTo>
                  <a:pt x="108411" y="26068"/>
                  <a:pt x="79660" y="31892"/>
                  <a:pt x="60405" y="21623"/>
                </a:cubicBezTo>
                <a:cubicBezTo>
                  <a:pt x="54873" y="18673"/>
                  <a:pt x="57931" y="7034"/>
                  <a:pt x="62691" y="2954"/>
                </a:cubicBezTo>
                <a:cubicBezTo>
                  <a:pt x="67536" y="-1199"/>
                  <a:pt x="79371" y="-1066"/>
                  <a:pt x="81741" y="4859"/>
                </a:cubicBezTo>
                <a:cubicBezTo>
                  <a:pt x="84441" y="11609"/>
                  <a:pt x="78205" y="20786"/>
                  <a:pt x="71835" y="24290"/>
                </a:cubicBezTo>
                <a:cubicBezTo>
                  <a:pt x="65429" y="27813"/>
                  <a:pt x="57961" y="28946"/>
                  <a:pt x="50880" y="30767"/>
                </a:cubicBezTo>
                <a:cubicBezTo>
                  <a:pt x="36012" y="34590"/>
                  <a:pt x="17539" y="32866"/>
                  <a:pt x="6684" y="43721"/>
                </a:cubicBezTo>
                <a:cubicBezTo>
                  <a:pt x="1541" y="48864"/>
                  <a:pt x="-2432" y="59377"/>
                  <a:pt x="2112" y="65057"/>
                </a:cubicBezTo>
                <a:cubicBezTo>
                  <a:pt x="6988" y="71153"/>
                  <a:pt x="16706" y="70627"/>
                  <a:pt x="23829" y="73820"/>
                </a:cubicBezTo>
                <a:cubicBezTo>
                  <a:pt x="27143" y="75306"/>
                  <a:pt x="28734" y="79308"/>
                  <a:pt x="30306" y="82583"/>
                </a:cubicBezTo>
                <a:cubicBezTo>
                  <a:pt x="39052" y="100803"/>
                  <a:pt x="34691" y="128109"/>
                  <a:pt x="20400" y="142400"/>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95"/>
        <p:cNvGrpSpPr/>
        <p:nvPr/>
      </p:nvGrpSpPr>
      <p:grpSpPr>
        <a:xfrm>
          <a:off x="0" y="0"/>
          <a:ext cx="0" cy="0"/>
          <a:chOff x="0" y="0"/>
          <a:chExt cx="0" cy="0"/>
        </a:xfrm>
      </p:grpSpPr>
      <p:sp>
        <p:nvSpPr>
          <p:cNvPr id="4398" name="Google Shape;4398;p42"/>
          <p:cNvSpPr txBox="1">
            <a:spLocks noGrp="1"/>
          </p:cNvSpPr>
          <p:nvPr>
            <p:ph type="subTitle" idx="2"/>
          </p:nvPr>
        </p:nvSpPr>
        <p:spPr>
          <a:xfrm>
            <a:off x="670196" y="1136510"/>
            <a:ext cx="7368986" cy="2504400"/>
          </a:xfrm>
          <a:prstGeom prst="rect">
            <a:avLst/>
          </a:prstGeom>
        </p:spPr>
        <p:txBody>
          <a:bodyPr spcFirstLastPara="1" wrap="square" lIns="91425" tIns="91425" rIns="91425" bIns="91425" anchor="t" anchorCtr="0">
            <a:noAutofit/>
          </a:bodyPr>
          <a:lstStyle/>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The Flight Management System is a comprehensive solution for managing passenger information within the airline industry. It maintains records including passenger ID, passenger type (Business class, first class, or economy class).Passengers can purchase tickets by providing basic information such as name, passport number, ticket type, and payment details. The system supports ticket upgrades or downgrades post-purchase and allows passengers to print their information. With the capacity to handle many passengers, the system enables the flight manager to efficiently search for passengers based on either passenger number or name, facilitating streamlined management and retrieval of passenger data.</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grpSp>
        <p:nvGrpSpPr>
          <p:cNvPr id="4399" name="Google Shape;4399;p42"/>
          <p:cNvGrpSpPr/>
          <p:nvPr/>
        </p:nvGrpSpPr>
        <p:grpSpPr>
          <a:xfrm rot="-7874487">
            <a:off x="3197799" y="4030257"/>
            <a:ext cx="1580608" cy="1422013"/>
            <a:chOff x="3831720" y="930105"/>
            <a:chExt cx="4174638" cy="3755764"/>
          </a:xfrm>
        </p:grpSpPr>
        <p:sp>
          <p:nvSpPr>
            <p:cNvPr id="4400" name="Google Shape;4400;p42"/>
            <p:cNvSpPr/>
            <p:nvPr/>
          </p:nvSpPr>
          <p:spPr>
            <a:xfrm>
              <a:off x="3831720" y="117146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01" name="Google Shape;4401;p42"/>
            <p:cNvGrpSpPr/>
            <p:nvPr/>
          </p:nvGrpSpPr>
          <p:grpSpPr>
            <a:xfrm>
              <a:off x="4138184" y="930105"/>
              <a:ext cx="3868174" cy="3755764"/>
              <a:chOff x="4138184" y="930105"/>
              <a:chExt cx="3868174" cy="3755764"/>
            </a:xfrm>
          </p:grpSpPr>
          <p:sp>
            <p:nvSpPr>
              <p:cNvPr id="4402" name="Google Shape;4402;p42"/>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42"/>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42"/>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42"/>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42"/>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42"/>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42"/>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42"/>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42"/>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42"/>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42"/>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42"/>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42"/>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42"/>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42"/>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42"/>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42"/>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42"/>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42"/>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42"/>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42"/>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42"/>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42"/>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42"/>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42"/>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42"/>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42"/>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42"/>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42"/>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42"/>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42"/>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42"/>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42"/>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42"/>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42"/>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42"/>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42"/>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42"/>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42"/>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42"/>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42"/>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42"/>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42"/>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42"/>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42"/>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42"/>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42"/>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42"/>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42"/>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42"/>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42"/>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42"/>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42"/>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42"/>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42"/>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42"/>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42"/>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42"/>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42"/>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42"/>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42"/>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42"/>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42"/>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42"/>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42"/>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42"/>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42"/>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42"/>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42"/>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42"/>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42"/>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42"/>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42"/>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42"/>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42"/>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42"/>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42"/>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42"/>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42"/>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42"/>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42"/>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42"/>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42"/>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42"/>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42"/>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42"/>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42"/>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42"/>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42"/>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42"/>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42"/>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42"/>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42"/>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42"/>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42"/>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42"/>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42"/>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42"/>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42"/>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42"/>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42"/>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42"/>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42"/>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42"/>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42"/>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42"/>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42"/>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42"/>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42"/>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42"/>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42"/>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42"/>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42"/>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42"/>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42"/>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42"/>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42"/>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42"/>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42"/>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42"/>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42"/>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42"/>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42"/>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42"/>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42"/>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42"/>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42"/>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42"/>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42"/>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42"/>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42"/>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42"/>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42"/>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42"/>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42"/>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7B481F27-7B43-66E1-70ED-8CC69169CB03}"/>
              </a:ext>
            </a:extLst>
          </p:cNvPr>
          <p:cNvSpPr txBox="1"/>
          <p:nvPr/>
        </p:nvSpPr>
        <p:spPr>
          <a:xfrm>
            <a:off x="670196" y="343734"/>
            <a:ext cx="3547593" cy="646331"/>
          </a:xfrm>
          <a:prstGeom prst="rect">
            <a:avLst/>
          </a:prstGeom>
          <a:solidFill>
            <a:schemeClr val="tx1">
              <a:lumMod val="10000"/>
              <a:lumOff val="90000"/>
              <a:alpha val="47000"/>
            </a:schemeClr>
          </a:solidFill>
        </p:spPr>
        <p:txBody>
          <a:bodyPr wrap="square" rtlCol="0">
            <a:spAutoFit/>
          </a:bodyPr>
          <a:lstStyle/>
          <a:p>
            <a:pPr algn="ctr"/>
            <a:r>
              <a:rPr lang="en-GB" sz="3600" dirty="0">
                <a:solidFill>
                  <a:schemeClr val="tx1"/>
                </a:solidFill>
                <a:latin typeface="Bebas Neue" panose="020B0606020202050201" pitchFamily="34" charset="0"/>
              </a:rPr>
              <a:t>ABSTRACT / SUMMARY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66"/>
        <p:cNvGrpSpPr/>
        <p:nvPr/>
      </p:nvGrpSpPr>
      <p:grpSpPr>
        <a:xfrm>
          <a:off x="0" y="0"/>
          <a:ext cx="0" cy="0"/>
          <a:chOff x="0" y="0"/>
          <a:chExt cx="0" cy="0"/>
        </a:xfrm>
      </p:grpSpPr>
      <p:sp>
        <p:nvSpPr>
          <p:cNvPr id="3967" name="Google Shape;3967;p40"/>
          <p:cNvSpPr txBox="1">
            <a:spLocks noGrp="1"/>
          </p:cNvSpPr>
          <p:nvPr>
            <p:ph type="title"/>
          </p:nvPr>
        </p:nvSpPr>
        <p:spPr>
          <a:xfrm>
            <a:off x="3714775" y="3497152"/>
            <a:ext cx="47160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Introduction</a:t>
            </a:r>
            <a:endParaRPr dirty="0"/>
          </a:p>
        </p:txBody>
      </p:sp>
      <p:sp>
        <p:nvSpPr>
          <p:cNvPr id="3968" name="Google Shape;3968;p40"/>
          <p:cNvSpPr txBox="1">
            <a:spLocks noGrp="1"/>
          </p:cNvSpPr>
          <p:nvPr>
            <p:ph type="title" idx="2"/>
          </p:nvPr>
        </p:nvSpPr>
        <p:spPr>
          <a:xfrm>
            <a:off x="7529875" y="2376450"/>
            <a:ext cx="90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3970" name="Google Shape;3970;p40"/>
          <p:cNvGrpSpPr/>
          <p:nvPr/>
        </p:nvGrpSpPr>
        <p:grpSpPr>
          <a:xfrm>
            <a:off x="4151753" y="1411443"/>
            <a:ext cx="1763602" cy="1672817"/>
            <a:chOff x="4138184" y="930105"/>
            <a:chExt cx="3959591" cy="3755764"/>
          </a:xfrm>
        </p:grpSpPr>
        <p:sp>
          <p:nvSpPr>
            <p:cNvPr id="3971" name="Google Shape;3971;p40"/>
            <p:cNvSpPr/>
            <p:nvPr/>
          </p:nvSpPr>
          <p:spPr>
            <a:xfrm>
              <a:off x="5909881" y="2233489"/>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2" name="Google Shape;3972;p40"/>
            <p:cNvGrpSpPr/>
            <p:nvPr/>
          </p:nvGrpSpPr>
          <p:grpSpPr>
            <a:xfrm>
              <a:off x="4138184" y="930105"/>
              <a:ext cx="3868174" cy="3755764"/>
              <a:chOff x="4138184" y="930105"/>
              <a:chExt cx="3868174" cy="3755764"/>
            </a:xfrm>
          </p:grpSpPr>
          <p:sp>
            <p:nvSpPr>
              <p:cNvPr id="3973" name="Google Shape;3973;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8" name="Google Shape;4108;p40"/>
          <p:cNvGrpSpPr/>
          <p:nvPr/>
        </p:nvGrpSpPr>
        <p:grpSpPr>
          <a:xfrm rot="-7355672">
            <a:off x="870850" y="88876"/>
            <a:ext cx="2053828" cy="1672589"/>
            <a:chOff x="3394530" y="930105"/>
            <a:chExt cx="4611828" cy="3755764"/>
          </a:xfrm>
        </p:grpSpPr>
        <p:sp>
          <p:nvSpPr>
            <p:cNvPr id="4109" name="Google Shape;4109;p40"/>
            <p:cNvSpPr/>
            <p:nvPr/>
          </p:nvSpPr>
          <p:spPr>
            <a:xfrm>
              <a:off x="3394530" y="121409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0" name="Google Shape;4110;p40"/>
            <p:cNvGrpSpPr/>
            <p:nvPr/>
          </p:nvGrpSpPr>
          <p:grpSpPr>
            <a:xfrm>
              <a:off x="4138184" y="930105"/>
              <a:ext cx="3868174" cy="3755764"/>
              <a:chOff x="4138184" y="930105"/>
              <a:chExt cx="3868174" cy="3755764"/>
            </a:xfrm>
          </p:grpSpPr>
          <p:sp>
            <p:nvSpPr>
              <p:cNvPr id="4111" name="Google Shape;4111;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46" name="Google Shape;4246;p40"/>
          <p:cNvSpPr/>
          <p:nvPr/>
        </p:nvSpPr>
        <p:spPr>
          <a:xfrm>
            <a:off x="2695575" y="577651"/>
            <a:ext cx="7524750" cy="852425"/>
          </a:xfrm>
          <a:custGeom>
            <a:avLst/>
            <a:gdLst/>
            <a:ahLst/>
            <a:cxnLst/>
            <a:rect l="l" t="t" r="r" b="b"/>
            <a:pathLst>
              <a:path w="300990" h="34097" extrusionOk="0">
                <a:moveTo>
                  <a:pt x="0" y="32520"/>
                </a:moveTo>
                <a:cubicBezTo>
                  <a:pt x="7924" y="35161"/>
                  <a:pt x="18859" y="34616"/>
                  <a:pt x="24765" y="28710"/>
                </a:cubicBezTo>
                <a:cubicBezTo>
                  <a:pt x="31243" y="22232"/>
                  <a:pt x="37345" y="15285"/>
                  <a:pt x="44577" y="9660"/>
                </a:cubicBezTo>
                <a:cubicBezTo>
                  <a:pt x="51934" y="3938"/>
                  <a:pt x="61556" y="578"/>
                  <a:pt x="70866" y="135"/>
                </a:cubicBezTo>
                <a:cubicBezTo>
                  <a:pt x="93542" y="-945"/>
                  <a:pt x="114127" y="15770"/>
                  <a:pt x="136779" y="17280"/>
                </a:cubicBezTo>
                <a:cubicBezTo>
                  <a:pt x="151596" y="18268"/>
                  <a:pt x="166931" y="14015"/>
                  <a:pt x="180213" y="7374"/>
                </a:cubicBezTo>
                <a:cubicBezTo>
                  <a:pt x="184785" y="5088"/>
                  <a:pt x="188887" y="1356"/>
                  <a:pt x="193929" y="516"/>
                </a:cubicBezTo>
                <a:cubicBezTo>
                  <a:pt x="209882" y="-2143"/>
                  <a:pt x="225483" y="7642"/>
                  <a:pt x="241173" y="11565"/>
                </a:cubicBezTo>
                <a:cubicBezTo>
                  <a:pt x="260630" y="16429"/>
                  <a:pt x="281089" y="15554"/>
                  <a:pt x="300990" y="18042"/>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4247" name="Google Shape;4247;p40"/>
          <p:cNvSpPr/>
          <p:nvPr/>
        </p:nvSpPr>
        <p:spPr>
          <a:xfrm>
            <a:off x="928277" y="2335969"/>
            <a:ext cx="3129375" cy="3560000"/>
          </a:xfrm>
          <a:custGeom>
            <a:avLst/>
            <a:gdLst/>
            <a:ahLst/>
            <a:cxnLst/>
            <a:rect l="l" t="t" r="r" b="b"/>
            <a:pathLst>
              <a:path w="125175" h="142400" extrusionOk="0">
                <a:moveTo>
                  <a:pt x="125175" y="12098"/>
                </a:moveTo>
                <a:cubicBezTo>
                  <a:pt x="108411" y="26068"/>
                  <a:pt x="79660" y="31892"/>
                  <a:pt x="60405" y="21623"/>
                </a:cubicBezTo>
                <a:cubicBezTo>
                  <a:pt x="54873" y="18673"/>
                  <a:pt x="57931" y="7034"/>
                  <a:pt x="62691" y="2954"/>
                </a:cubicBezTo>
                <a:cubicBezTo>
                  <a:pt x="67536" y="-1199"/>
                  <a:pt x="79371" y="-1066"/>
                  <a:pt x="81741" y="4859"/>
                </a:cubicBezTo>
                <a:cubicBezTo>
                  <a:pt x="84441" y="11609"/>
                  <a:pt x="78205" y="20786"/>
                  <a:pt x="71835" y="24290"/>
                </a:cubicBezTo>
                <a:cubicBezTo>
                  <a:pt x="65429" y="27813"/>
                  <a:pt x="57961" y="28946"/>
                  <a:pt x="50880" y="30767"/>
                </a:cubicBezTo>
                <a:cubicBezTo>
                  <a:pt x="36012" y="34590"/>
                  <a:pt x="17539" y="32866"/>
                  <a:pt x="6684" y="43721"/>
                </a:cubicBezTo>
                <a:cubicBezTo>
                  <a:pt x="1541" y="48864"/>
                  <a:pt x="-2432" y="59377"/>
                  <a:pt x="2112" y="65057"/>
                </a:cubicBezTo>
                <a:cubicBezTo>
                  <a:pt x="6988" y="71153"/>
                  <a:pt x="16706" y="70627"/>
                  <a:pt x="23829" y="73820"/>
                </a:cubicBezTo>
                <a:cubicBezTo>
                  <a:pt x="27143" y="75306"/>
                  <a:pt x="28734" y="79308"/>
                  <a:pt x="30306" y="82583"/>
                </a:cubicBezTo>
                <a:cubicBezTo>
                  <a:pt x="39052" y="100803"/>
                  <a:pt x="34691" y="128109"/>
                  <a:pt x="20400" y="142400"/>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Tree>
    <p:extLst>
      <p:ext uri="{BB962C8B-B14F-4D97-AF65-F5344CB8AC3E}">
        <p14:creationId xmlns:p14="http://schemas.microsoft.com/office/powerpoint/2010/main" val="387221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51"/>
        <p:cNvGrpSpPr/>
        <p:nvPr/>
      </p:nvGrpSpPr>
      <p:grpSpPr>
        <a:xfrm>
          <a:off x="0" y="0"/>
          <a:ext cx="0" cy="0"/>
          <a:chOff x="0" y="0"/>
          <a:chExt cx="0" cy="0"/>
        </a:xfrm>
      </p:grpSpPr>
      <p:grpSp>
        <p:nvGrpSpPr>
          <p:cNvPr id="4252" name="Google Shape;4252;p41"/>
          <p:cNvGrpSpPr/>
          <p:nvPr/>
        </p:nvGrpSpPr>
        <p:grpSpPr>
          <a:xfrm rot="4060383">
            <a:off x="7240906" y="443569"/>
            <a:ext cx="1763564" cy="1672782"/>
            <a:chOff x="4138184" y="930105"/>
            <a:chExt cx="3959591" cy="3755764"/>
          </a:xfrm>
        </p:grpSpPr>
        <p:sp>
          <p:nvSpPr>
            <p:cNvPr id="4253" name="Google Shape;4253;p41"/>
            <p:cNvSpPr/>
            <p:nvPr/>
          </p:nvSpPr>
          <p:spPr>
            <a:xfrm>
              <a:off x="5909881" y="2233489"/>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4" name="Google Shape;4254;p41"/>
            <p:cNvGrpSpPr/>
            <p:nvPr/>
          </p:nvGrpSpPr>
          <p:grpSpPr>
            <a:xfrm>
              <a:off x="4138184" y="930105"/>
              <a:ext cx="3868174" cy="3755764"/>
              <a:chOff x="4138184" y="930105"/>
              <a:chExt cx="3868174" cy="3755764"/>
            </a:xfrm>
          </p:grpSpPr>
          <p:sp>
            <p:nvSpPr>
              <p:cNvPr id="4255" name="Google Shape;4255;p41"/>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1"/>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41"/>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41"/>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1"/>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41"/>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41"/>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1"/>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1"/>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1"/>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1"/>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1"/>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1"/>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41"/>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1"/>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1"/>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1"/>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1"/>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1"/>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41"/>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41"/>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41"/>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1"/>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1"/>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1"/>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1"/>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1"/>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1"/>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1"/>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1"/>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41"/>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41"/>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41"/>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41"/>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41"/>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41"/>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41"/>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41"/>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41"/>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41"/>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41"/>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41"/>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41"/>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41"/>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41"/>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41"/>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41"/>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41"/>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41"/>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41"/>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41"/>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41"/>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41"/>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41"/>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41"/>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41"/>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41"/>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41"/>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41"/>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41"/>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41"/>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41"/>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41"/>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41"/>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41"/>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41"/>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41"/>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41"/>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41"/>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41"/>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41"/>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41"/>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41"/>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41"/>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41"/>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41"/>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41"/>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41"/>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41"/>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41"/>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41"/>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41"/>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41"/>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41"/>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41"/>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41"/>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41"/>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41"/>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41"/>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41"/>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41"/>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41"/>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41"/>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41"/>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41"/>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41"/>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41"/>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41"/>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41"/>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41"/>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41"/>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41"/>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41"/>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41"/>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41"/>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41"/>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41"/>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41"/>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41"/>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41"/>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41"/>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41"/>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41"/>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41"/>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41"/>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41"/>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41"/>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41"/>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41"/>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41"/>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41"/>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41"/>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41"/>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41"/>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41"/>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41"/>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41"/>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41"/>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41"/>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41"/>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41"/>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41"/>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41"/>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41"/>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41"/>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390" name="Google Shape;4390;p41"/>
          <p:cNvSpPr txBox="1">
            <a:spLocks noGrp="1"/>
          </p:cNvSpPr>
          <p:nvPr>
            <p:ph type="title"/>
          </p:nvPr>
        </p:nvSpPr>
        <p:spPr>
          <a:xfrm>
            <a:off x="1818309" y="1525383"/>
            <a:ext cx="5505600" cy="102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introduction</a:t>
            </a:r>
            <a:endParaRPr dirty="0"/>
          </a:p>
        </p:txBody>
      </p:sp>
      <p:sp>
        <p:nvSpPr>
          <p:cNvPr id="3" name="Subtitle 2">
            <a:extLst>
              <a:ext uri="{FF2B5EF4-FFF2-40B4-BE49-F238E27FC236}">
                <a16:creationId xmlns:a16="http://schemas.microsoft.com/office/drawing/2014/main" id="{60D2FCBD-39F8-14AC-C535-838BF01968A0}"/>
              </a:ext>
            </a:extLst>
          </p:cNvPr>
          <p:cNvSpPr>
            <a:spLocks noGrp="1"/>
          </p:cNvSpPr>
          <p:nvPr>
            <p:ph type="subTitle" idx="1"/>
          </p:nvPr>
        </p:nvSpPr>
        <p:spPr>
          <a:xfrm>
            <a:off x="1147519" y="2359234"/>
            <a:ext cx="6847180" cy="1188600"/>
          </a:xfrm>
        </p:spPr>
        <p:txBody>
          <a:bodyPr/>
          <a:lstStyle/>
          <a:p>
            <a:r>
              <a:rPr lang="en-US" sz="1800" kern="100" dirty="0">
                <a:effectLst/>
                <a:latin typeface="Times New Roman" panose="02020603050405020304" pitchFamily="18" charset="0"/>
                <a:ea typeface="Calibri" panose="020F0502020204030204" pitchFamily="34" charset="0"/>
                <a:cs typeface="Arial" panose="020B0604020202020204" pitchFamily="34" charset="0"/>
              </a:rPr>
              <a:t>Flight Management System stands as a comprehensive and adaptive solution, catering to the multifaceted needs of the airline industry. With its capacity to handle large passenger volumes, support ticket modifications, and facilitate expedited data retrieval, the FMS emerges as an indispensable tool for modern airline operations</a:t>
            </a:r>
            <a:r>
              <a:rPr lang="en-US" sz="2000" kern="100" dirty="0">
                <a:effectLst/>
                <a:latin typeface="Times New Roman" panose="02020603050405020304" pitchFamily="18" charset="0"/>
                <a:ea typeface="Calibri" panose="020F0502020204030204" pitchFamily="34" charset="0"/>
                <a:cs typeface="Arial" panose="020B0604020202020204" pitchFamily="34" charset="0"/>
              </a:rPr>
              <a:t>.</a:t>
            </a: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66"/>
        <p:cNvGrpSpPr/>
        <p:nvPr/>
      </p:nvGrpSpPr>
      <p:grpSpPr>
        <a:xfrm>
          <a:off x="0" y="0"/>
          <a:ext cx="0" cy="0"/>
          <a:chOff x="0" y="0"/>
          <a:chExt cx="0" cy="0"/>
        </a:xfrm>
      </p:grpSpPr>
      <p:sp>
        <p:nvSpPr>
          <p:cNvPr id="3967" name="Google Shape;3967;p40"/>
          <p:cNvSpPr txBox="1">
            <a:spLocks noGrp="1"/>
          </p:cNvSpPr>
          <p:nvPr>
            <p:ph type="title"/>
          </p:nvPr>
        </p:nvSpPr>
        <p:spPr>
          <a:xfrm>
            <a:off x="3714775" y="3497152"/>
            <a:ext cx="47160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Problem statment</a:t>
            </a:r>
            <a:endParaRPr dirty="0"/>
          </a:p>
        </p:txBody>
      </p:sp>
      <p:sp>
        <p:nvSpPr>
          <p:cNvPr id="3968" name="Google Shape;3968;p40"/>
          <p:cNvSpPr txBox="1">
            <a:spLocks noGrp="1"/>
          </p:cNvSpPr>
          <p:nvPr>
            <p:ph type="title" idx="2"/>
          </p:nvPr>
        </p:nvSpPr>
        <p:spPr>
          <a:xfrm>
            <a:off x="7529875" y="2376450"/>
            <a:ext cx="90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3970" name="Google Shape;3970;p40"/>
          <p:cNvGrpSpPr/>
          <p:nvPr/>
        </p:nvGrpSpPr>
        <p:grpSpPr>
          <a:xfrm>
            <a:off x="4151753" y="1411443"/>
            <a:ext cx="1763602" cy="1672817"/>
            <a:chOff x="4138184" y="930105"/>
            <a:chExt cx="3959591" cy="3755764"/>
          </a:xfrm>
        </p:grpSpPr>
        <p:sp>
          <p:nvSpPr>
            <p:cNvPr id="3971" name="Google Shape;3971;p40"/>
            <p:cNvSpPr/>
            <p:nvPr/>
          </p:nvSpPr>
          <p:spPr>
            <a:xfrm>
              <a:off x="5909881" y="2233489"/>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2" name="Google Shape;3972;p40"/>
            <p:cNvGrpSpPr/>
            <p:nvPr/>
          </p:nvGrpSpPr>
          <p:grpSpPr>
            <a:xfrm>
              <a:off x="4138184" y="930105"/>
              <a:ext cx="3868174" cy="3755764"/>
              <a:chOff x="4138184" y="930105"/>
              <a:chExt cx="3868174" cy="3755764"/>
            </a:xfrm>
          </p:grpSpPr>
          <p:sp>
            <p:nvSpPr>
              <p:cNvPr id="3973" name="Google Shape;3973;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8" name="Google Shape;4108;p40"/>
          <p:cNvGrpSpPr/>
          <p:nvPr/>
        </p:nvGrpSpPr>
        <p:grpSpPr>
          <a:xfrm rot="-7355672">
            <a:off x="870850" y="88876"/>
            <a:ext cx="2053828" cy="1672589"/>
            <a:chOff x="3394530" y="930105"/>
            <a:chExt cx="4611828" cy="3755764"/>
          </a:xfrm>
        </p:grpSpPr>
        <p:sp>
          <p:nvSpPr>
            <p:cNvPr id="4109" name="Google Shape;4109;p40"/>
            <p:cNvSpPr/>
            <p:nvPr/>
          </p:nvSpPr>
          <p:spPr>
            <a:xfrm>
              <a:off x="3394530" y="121409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0" name="Google Shape;4110;p40"/>
            <p:cNvGrpSpPr/>
            <p:nvPr/>
          </p:nvGrpSpPr>
          <p:grpSpPr>
            <a:xfrm>
              <a:off x="4138184" y="930105"/>
              <a:ext cx="3868174" cy="3755764"/>
              <a:chOff x="4138184" y="930105"/>
              <a:chExt cx="3868174" cy="3755764"/>
            </a:xfrm>
          </p:grpSpPr>
          <p:sp>
            <p:nvSpPr>
              <p:cNvPr id="4111" name="Google Shape;4111;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46" name="Google Shape;4246;p40"/>
          <p:cNvSpPr/>
          <p:nvPr/>
        </p:nvSpPr>
        <p:spPr>
          <a:xfrm>
            <a:off x="2695575" y="577651"/>
            <a:ext cx="7524750" cy="852425"/>
          </a:xfrm>
          <a:custGeom>
            <a:avLst/>
            <a:gdLst/>
            <a:ahLst/>
            <a:cxnLst/>
            <a:rect l="l" t="t" r="r" b="b"/>
            <a:pathLst>
              <a:path w="300990" h="34097" extrusionOk="0">
                <a:moveTo>
                  <a:pt x="0" y="32520"/>
                </a:moveTo>
                <a:cubicBezTo>
                  <a:pt x="7924" y="35161"/>
                  <a:pt x="18859" y="34616"/>
                  <a:pt x="24765" y="28710"/>
                </a:cubicBezTo>
                <a:cubicBezTo>
                  <a:pt x="31243" y="22232"/>
                  <a:pt x="37345" y="15285"/>
                  <a:pt x="44577" y="9660"/>
                </a:cubicBezTo>
                <a:cubicBezTo>
                  <a:pt x="51934" y="3938"/>
                  <a:pt x="61556" y="578"/>
                  <a:pt x="70866" y="135"/>
                </a:cubicBezTo>
                <a:cubicBezTo>
                  <a:pt x="93542" y="-945"/>
                  <a:pt x="114127" y="15770"/>
                  <a:pt x="136779" y="17280"/>
                </a:cubicBezTo>
                <a:cubicBezTo>
                  <a:pt x="151596" y="18268"/>
                  <a:pt x="166931" y="14015"/>
                  <a:pt x="180213" y="7374"/>
                </a:cubicBezTo>
                <a:cubicBezTo>
                  <a:pt x="184785" y="5088"/>
                  <a:pt x="188887" y="1356"/>
                  <a:pt x="193929" y="516"/>
                </a:cubicBezTo>
                <a:cubicBezTo>
                  <a:pt x="209882" y="-2143"/>
                  <a:pt x="225483" y="7642"/>
                  <a:pt x="241173" y="11565"/>
                </a:cubicBezTo>
                <a:cubicBezTo>
                  <a:pt x="260630" y="16429"/>
                  <a:pt x="281089" y="15554"/>
                  <a:pt x="300990" y="18042"/>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4247" name="Google Shape;4247;p40"/>
          <p:cNvSpPr/>
          <p:nvPr/>
        </p:nvSpPr>
        <p:spPr>
          <a:xfrm>
            <a:off x="928277" y="2335969"/>
            <a:ext cx="3129375" cy="3560000"/>
          </a:xfrm>
          <a:custGeom>
            <a:avLst/>
            <a:gdLst/>
            <a:ahLst/>
            <a:cxnLst/>
            <a:rect l="l" t="t" r="r" b="b"/>
            <a:pathLst>
              <a:path w="125175" h="142400" extrusionOk="0">
                <a:moveTo>
                  <a:pt x="125175" y="12098"/>
                </a:moveTo>
                <a:cubicBezTo>
                  <a:pt x="108411" y="26068"/>
                  <a:pt x="79660" y="31892"/>
                  <a:pt x="60405" y="21623"/>
                </a:cubicBezTo>
                <a:cubicBezTo>
                  <a:pt x="54873" y="18673"/>
                  <a:pt x="57931" y="7034"/>
                  <a:pt x="62691" y="2954"/>
                </a:cubicBezTo>
                <a:cubicBezTo>
                  <a:pt x="67536" y="-1199"/>
                  <a:pt x="79371" y="-1066"/>
                  <a:pt x="81741" y="4859"/>
                </a:cubicBezTo>
                <a:cubicBezTo>
                  <a:pt x="84441" y="11609"/>
                  <a:pt x="78205" y="20786"/>
                  <a:pt x="71835" y="24290"/>
                </a:cubicBezTo>
                <a:cubicBezTo>
                  <a:pt x="65429" y="27813"/>
                  <a:pt x="57961" y="28946"/>
                  <a:pt x="50880" y="30767"/>
                </a:cubicBezTo>
                <a:cubicBezTo>
                  <a:pt x="36012" y="34590"/>
                  <a:pt x="17539" y="32866"/>
                  <a:pt x="6684" y="43721"/>
                </a:cubicBezTo>
                <a:cubicBezTo>
                  <a:pt x="1541" y="48864"/>
                  <a:pt x="-2432" y="59377"/>
                  <a:pt x="2112" y="65057"/>
                </a:cubicBezTo>
                <a:cubicBezTo>
                  <a:pt x="6988" y="71153"/>
                  <a:pt x="16706" y="70627"/>
                  <a:pt x="23829" y="73820"/>
                </a:cubicBezTo>
                <a:cubicBezTo>
                  <a:pt x="27143" y="75306"/>
                  <a:pt x="28734" y="79308"/>
                  <a:pt x="30306" y="82583"/>
                </a:cubicBezTo>
                <a:cubicBezTo>
                  <a:pt x="39052" y="100803"/>
                  <a:pt x="34691" y="128109"/>
                  <a:pt x="20400" y="142400"/>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Tree>
    <p:extLst>
      <p:ext uri="{BB962C8B-B14F-4D97-AF65-F5344CB8AC3E}">
        <p14:creationId xmlns:p14="http://schemas.microsoft.com/office/powerpoint/2010/main" val="2654332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sp>
        <p:nvSpPr>
          <p:cNvPr id="5386" name="Google Shape;5386;p50"/>
          <p:cNvSpPr txBox="1">
            <a:spLocks noGrp="1"/>
          </p:cNvSpPr>
          <p:nvPr>
            <p:ph type="subTitle" idx="1"/>
          </p:nvPr>
        </p:nvSpPr>
        <p:spPr>
          <a:xfrm>
            <a:off x="2470987" y="1457601"/>
            <a:ext cx="6621300" cy="2450100"/>
          </a:xfrm>
          <a:prstGeom prst="rect">
            <a:avLst/>
          </a:prstGeom>
        </p:spPr>
        <p:txBody>
          <a:bodyPr spcFirstLastPara="1" wrap="square" lIns="91425" tIns="91425" rIns="91425" bIns="91425" anchor="b" anchorCtr="0">
            <a:noAutofit/>
          </a:bodyPr>
          <a:lstStyle/>
          <a:p>
            <a:pPr marL="0" marR="0" algn="l">
              <a:lnSpc>
                <a:spcPct val="107000"/>
              </a:lnSpc>
              <a:spcBef>
                <a:spcPts val="0"/>
              </a:spcBef>
              <a:spcAft>
                <a:spcPts val="800"/>
              </a:spcAft>
            </a:pPr>
            <a:r>
              <a:rPr lang="en-US" sz="2400" kern="100" dirty="0">
                <a:solidFill>
                  <a:srgbClr val="374151"/>
                </a:solidFill>
                <a:effectLst/>
                <a:latin typeface="Times New Roman" panose="02020603050405020304" pitchFamily="18" charset="0"/>
                <a:ea typeface="Calibri" panose="020F0502020204030204" pitchFamily="34" charset="0"/>
                <a:cs typeface="Arial" panose="020B0604020202020204" pitchFamily="34" charset="0"/>
              </a:rPr>
              <a:t>Is a simple airline management system that allows passengers to purchase tickets, upgrade or degrade their ticket class, and display their information. Additionally, flight managers can search for passengers by ID or name and display a list of all passengers</a:t>
            </a:r>
            <a:r>
              <a:rPr lang="en-US" sz="2400" kern="100" dirty="0">
                <a:effectLst/>
                <a:latin typeface="Times New Roman" panose="02020603050405020304" pitchFamily="18" charset="0"/>
                <a:ea typeface="Calibri" panose="020F0502020204030204" pitchFamily="34" charset="0"/>
                <a:cs typeface="Arial" panose="020B0604020202020204" pitchFamily="34" charset="0"/>
              </a:rPr>
              <a:t>.</a:t>
            </a:r>
            <a:endParaRPr lang="en-US" sz="24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5" name="TextBox 4">
            <a:extLst>
              <a:ext uri="{FF2B5EF4-FFF2-40B4-BE49-F238E27FC236}">
                <a16:creationId xmlns:a16="http://schemas.microsoft.com/office/drawing/2014/main" id="{FF0DD8D9-E41E-0C23-8A2C-1568AC949080}"/>
              </a:ext>
            </a:extLst>
          </p:cNvPr>
          <p:cNvSpPr txBox="1"/>
          <p:nvPr/>
        </p:nvSpPr>
        <p:spPr>
          <a:xfrm>
            <a:off x="486007" y="638253"/>
            <a:ext cx="3547593" cy="646331"/>
          </a:xfrm>
          <a:prstGeom prst="rect">
            <a:avLst/>
          </a:prstGeom>
          <a:solidFill>
            <a:schemeClr val="tx1">
              <a:lumMod val="10000"/>
              <a:lumOff val="90000"/>
              <a:alpha val="47000"/>
            </a:schemeClr>
          </a:solidFill>
        </p:spPr>
        <p:txBody>
          <a:bodyPr wrap="square" rtlCol="0">
            <a:spAutoFit/>
          </a:bodyPr>
          <a:lstStyle/>
          <a:p>
            <a:pPr algn="ctr"/>
            <a:r>
              <a:rPr lang="en-GB" sz="3600" dirty="0">
                <a:solidFill>
                  <a:schemeClr val="tx1"/>
                </a:solidFill>
                <a:latin typeface="Bebas Neue" panose="020B0606020202050201" pitchFamily="34" charset="0"/>
              </a:rPr>
              <a:t>PROBLEM STATEMENT</a:t>
            </a:r>
          </a:p>
        </p:txBody>
      </p:sp>
    </p:spTree>
    <p:extLst>
      <p:ext uri="{BB962C8B-B14F-4D97-AF65-F5344CB8AC3E}">
        <p14:creationId xmlns:p14="http://schemas.microsoft.com/office/powerpoint/2010/main" val="895893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66"/>
        <p:cNvGrpSpPr/>
        <p:nvPr/>
      </p:nvGrpSpPr>
      <p:grpSpPr>
        <a:xfrm>
          <a:off x="0" y="0"/>
          <a:ext cx="0" cy="0"/>
          <a:chOff x="0" y="0"/>
          <a:chExt cx="0" cy="0"/>
        </a:xfrm>
      </p:grpSpPr>
      <p:sp>
        <p:nvSpPr>
          <p:cNvPr id="3967" name="Google Shape;3967;p40"/>
          <p:cNvSpPr txBox="1">
            <a:spLocks noGrp="1"/>
          </p:cNvSpPr>
          <p:nvPr>
            <p:ph type="title"/>
          </p:nvPr>
        </p:nvSpPr>
        <p:spPr>
          <a:xfrm>
            <a:off x="3714775" y="3497152"/>
            <a:ext cx="47160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Methodology</a:t>
            </a:r>
            <a:endParaRPr dirty="0"/>
          </a:p>
        </p:txBody>
      </p:sp>
      <p:sp>
        <p:nvSpPr>
          <p:cNvPr id="3968" name="Google Shape;3968;p40"/>
          <p:cNvSpPr txBox="1">
            <a:spLocks noGrp="1"/>
          </p:cNvSpPr>
          <p:nvPr>
            <p:ph type="title" idx="2"/>
          </p:nvPr>
        </p:nvSpPr>
        <p:spPr>
          <a:xfrm>
            <a:off x="7529875" y="2376450"/>
            <a:ext cx="90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3970" name="Google Shape;3970;p40"/>
          <p:cNvGrpSpPr/>
          <p:nvPr/>
        </p:nvGrpSpPr>
        <p:grpSpPr>
          <a:xfrm>
            <a:off x="4151753" y="1411443"/>
            <a:ext cx="1763602" cy="1672817"/>
            <a:chOff x="4138184" y="930105"/>
            <a:chExt cx="3959591" cy="3755764"/>
          </a:xfrm>
        </p:grpSpPr>
        <p:sp>
          <p:nvSpPr>
            <p:cNvPr id="3971" name="Google Shape;3971;p40"/>
            <p:cNvSpPr/>
            <p:nvPr/>
          </p:nvSpPr>
          <p:spPr>
            <a:xfrm>
              <a:off x="5909881" y="2233489"/>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2" name="Google Shape;3972;p40"/>
            <p:cNvGrpSpPr/>
            <p:nvPr/>
          </p:nvGrpSpPr>
          <p:grpSpPr>
            <a:xfrm>
              <a:off x="4138184" y="930105"/>
              <a:ext cx="3868174" cy="3755764"/>
              <a:chOff x="4138184" y="930105"/>
              <a:chExt cx="3868174" cy="3755764"/>
            </a:xfrm>
          </p:grpSpPr>
          <p:sp>
            <p:nvSpPr>
              <p:cNvPr id="3973" name="Google Shape;3973;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8" name="Google Shape;4108;p40"/>
          <p:cNvGrpSpPr/>
          <p:nvPr/>
        </p:nvGrpSpPr>
        <p:grpSpPr>
          <a:xfrm rot="-7355672">
            <a:off x="870850" y="88876"/>
            <a:ext cx="2053828" cy="1672589"/>
            <a:chOff x="3394530" y="930105"/>
            <a:chExt cx="4611828" cy="3755764"/>
          </a:xfrm>
        </p:grpSpPr>
        <p:sp>
          <p:nvSpPr>
            <p:cNvPr id="4109" name="Google Shape;4109;p40"/>
            <p:cNvSpPr/>
            <p:nvPr/>
          </p:nvSpPr>
          <p:spPr>
            <a:xfrm>
              <a:off x="3394530" y="121409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0" name="Google Shape;4110;p40"/>
            <p:cNvGrpSpPr/>
            <p:nvPr/>
          </p:nvGrpSpPr>
          <p:grpSpPr>
            <a:xfrm>
              <a:off x="4138184" y="930105"/>
              <a:ext cx="3868174" cy="3755764"/>
              <a:chOff x="4138184" y="930105"/>
              <a:chExt cx="3868174" cy="3755764"/>
            </a:xfrm>
          </p:grpSpPr>
          <p:sp>
            <p:nvSpPr>
              <p:cNvPr id="4111" name="Google Shape;4111;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46" name="Google Shape;4246;p40"/>
          <p:cNvSpPr/>
          <p:nvPr/>
        </p:nvSpPr>
        <p:spPr>
          <a:xfrm>
            <a:off x="2695575" y="577651"/>
            <a:ext cx="7524750" cy="852425"/>
          </a:xfrm>
          <a:custGeom>
            <a:avLst/>
            <a:gdLst/>
            <a:ahLst/>
            <a:cxnLst/>
            <a:rect l="l" t="t" r="r" b="b"/>
            <a:pathLst>
              <a:path w="300990" h="34097" extrusionOk="0">
                <a:moveTo>
                  <a:pt x="0" y="32520"/>
                </a:moveTo>
                <a:cubicBezTo>
                  <a:pt x="7924" y="35161"/>
                  <a:pt x="18859" y="34616"/>
                  <a:pt x="24765" y="28710"/>
                </a:cubicBezTo>
                <a:cubicBezTo>
                  <a:pt x="31243" y="22232"/>
                  <a:pt x="37345" y="15285"/>
                  <a:pt x="44577" y="9660"/>
                </a:cubicBezTo>
                <a:cubicBezTo>
                  <a:pt x="51934" y="3938"/>
                  <a:pt x="61556" y="578"/>
                  <a:pt x="70866" y="135"/>
                </a:cubicBezTo>
                <a:cubicBezTo>
                  <a:pt x="93542" y="-945"/>
                  <a:pt x="114127" y="15770"/>
                  <a:pt x="136779" y="17280"/>
                </a:cubicBezTo>
                <a:cubicBezTo>
                  <a:pt x="151596" y="18268"/>
                  <a:pt x="166931" y="14015"/>
                  <a:pt x="180213" y="7374"/>
                </a:cubicBezTo>
                <a:cubicBezTo>
                  <a:pt x="184785" y="5088"/>
                  <a:pt x="188887" y="1356"/>
                  <a:pt x="193929" y="516"/>
                </a:cubicBezTo>
                <a:cubicBezTo>
                  <a:pt x="209882" y="-2143"/>
                  <a:pt x="225483" y="7642"/>
                  <a:pt x="241173" y="11565"/>
                </a:cubicBezTo>
                <a:cubicBezTo>
                  <a:pt x="260630" y="16429"/>
                  <a:pt x="281089" y="15554"/>
                  <a:pt x="300990" y="18042"/>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4247" name="Google Shape;4247;p40"/>
          <p:cNvSpPr/>
          <p:nvPr/>
        </p:nvSpPr>
        <p:spPr>
          <a:xfrm>
            <a:off x="928277" y="2335969"/>
            <a:ext cx="3129375" cy="3560000"/>
          </a:xfrm>
          <a:custGeom>
            <a:avLst/>
            <a:gdLst/>
            <a:ahLst/>
            <a:cxnLst/>
            <a:rect l="l" t="t" r="r" b="b"/>
            <a:pathLst>
              <a:path w="125175" h="142400" extrusionOk="0">
                <a:moveTo>
                  <a:pt x="125175" y="12098"/>
                </a:moveTo>
                <a:cubicBezTo>
                  <a:pt x="108411" y="26068"/>
                  <a:pt x="79660" y="31892"/>
                  <a:pt x="60405" y="21623"/>
                </a:cubicBezTo>
                <a:cubicBezTo>
                  <a:pt x="54873" y="18673"/>
                  <a:pt x="57931" y="7034"/>
                  <a:pt x="62691" y="2954"/>
                </a:cubicBezTo>
                <a:cubicBezTo>
                  <a:pt x="67536" y="-1199"/>
                  <a:pt x="79371" y="-1066"/>
                  <a:pt x="81741" y="4859"/>
                </a:cubicBezTo>
                <a:cubicBezTo>
                  <a:pt x="84441" y="11609"/>
                  <a:pt x="78205" y="20786"/>
                  <a:pt x="71835" y="24290"/>
                </a:cubicBezTo>
                <a:cubicBezTo>
                  <a:pt x="65429" y="27813"/>
                  <a:pt x="57961" y="28946"/>
                  <a:pt x="50880" y="30767"/>
                </a:cubicBezTo>
                <a:cubicBezTo>
                  <a:pt x="36012" y="34590"/>
                  <a:pt x="17539" y="32866"/>
                  <a:pt x="6684" y="43721"/>
                </a:cubicBezTo>
                <a:cubicBezTo>
                  <a:pt x="1541" y="48864"/>
                  <a:pt x="-2432" y="59377"/>
                  <a:pt x="2112" y="65057"/>
                </a:cubicBezTo>
                <a:cubicBezTo>
                  <a:pt x="6988" y="71153"/>
                  <a:pt x="16706" y="70627"/>
                  <a:pt x="23829" y="73820"/>
                </a:cubicBezTo>
                <a:cubicBezTo>
                  <a:pt x="27143" y="75306"/>
                  <a:pt x="28734" y="79308"/>
                  <a:pt x="30306" y="82583"/>
                </a:cubicBezTo>
                <a:cubicBezTo>
                  <a:pt x="39052" y="100803"/>
                  <a:pt x="34691" y="128109"/>
                  <a:pt x="20400" y="142400"/>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Tree>
    <p:extLst>
      <p:ext uri="{BB962C8B-B14F-4D97-AF65-F5344CB8AC3E}">
        <p14:creationId xmlns:p14="http://schemas.microsoft.com/office/powerpoint/2010/main" val="2781589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17"/>
        <p:cNvGrpSpPr/>
        <p:nvPr/>
      </p:nvGrpSpPr>
      <p:grpSpPr>
        <a:xfrm>
          <a:off x="0" y="0"/>
          <a:ext cx="0" cy="0"/>
          <a:chOff x="0" y="0"/>
          <a:chExt cx="0" cy="0"/>
        </a:xfrm>
      </p:grpSpPr>
      <p:sp>
        <p:nvSpPr>
          <p:cNvPr id="5960" name="Google Shape;5960;p52"/>
          <p:cNvSpPr/>
          <p:nvPr/>
        </p:nvSpPr>
        <p:spPr>
          <a:xfrm>
            <a:off x="-123825" y="2200275"/>
            <a:ext cx="7496175" cy="2559950"/>
          </a:xfrm>
          <a:custGeom>
            <a:avLst/>
            <a:gdLst/>
            <a:ahLst/>
            <a:cxnLst/>
            <a:rect l="l" t="t" r="r" b="b"/>
            <a:pathLst>
              <a:path w="299847" h="102398" extrusionOk="0">
                <a:moveTo>
                  <a:pt x="299847" y="68961"/>
                </a:moveTo>
                <a:cubicBezTo>
                  <a:pt x="292697" y="76111"/>
                  <a:pt x="280241" y="75057"/>
                  <a:pt x="270129" y="75057"/>
                </a:cubicBezTo>
                <a:cubicBezTo>
                  <a:pt x="254112" y="75057"/>
                  <a:pt x="236720" y="74364"/>
                  <a:pt x="222885" y="66294"/>
                </a:cubicBezTo>
                <a:cubicBezTo>
                  <a:pt x="215506" y="61989"/>
                  <a:pt x="210268" y="54488"/>
                  <a:pt x="205740" y="47244"/>
                </a:cubicBezTo>
                <a:cubicBezTo>
                  <a:pt x="203493" y="43649"/>
                  <a:pt x="200838" y="37668"/>
                  <a:pt x="203835" y="34671"/>
                </a:cubicBezTo>
                <a:cubicBezTo>
                  <a:pt x="207967" y="30539"/>
                  <a:pt x="216350" y="31284"/>
                  <a:pt x="221361" y="34290"/>
                </a:cubicBezTo>
                <a:cubicBezTo>
                  <a:pt x="226594" y="37430"/>
                  <a:pt x="227101" y="46408"/>
                  <a:pt x="225171" y="52197"/>
                </a:cubicBezTo>
                <a:cubicBezTo>
                  <a:pt x="219281" y="69866"/>
                  <a:pt x="199504" y="82680"/>
                  <a:pt x="181356" y="86868"/>
                </a:cubicBezTo>
                <a:cubicBezTo>
                  <a:pt x="159442" y="91925"/>
                  <a:pt x="136633" y="77103"/>
                  <a:pt x="117348" y="65532"/>
                </a:cubicBezTo>
                <a:cubicBezTo>
                  <a:pt x="109916" y="61073"/>
                  <a:pt x="100459" y="61299"/>
                  <a:pt x="91821" y="60579"/>
                </a:cubicBezTo>
                <a:cubicBezTo>
                  <a:pt x="83772" y="59908"/>
                  <a:pt x="74291" y="61726"/>
                  <a:pt x="68580" y="67437"/>
                </a:cubicBezTo>
                <a:cubicBezTo>
                  <a:pt x="61411" y="74606"/>
                  <a:pt x="56210" y="88905"/>
                  <a:pt x="62103" y="97155"/>
                </a:cubicBezTo>
                <a:cubicBezTo>
                  <a:pt x="65477" y="101878"/>
                  <a:pt x="75144" y="104307"/>
                  <a:pt x="79248" y="100203"/>
                </a:cubicBezTo>
                <a:cubicBezTo>
                  <a:pt x="84297" y="95154"/>
                  <a:pt x="84696" y="85067"/>
                  <a:pt x="81153" y="78867"/>
                </a:cubicBezTo>
                <a:cubicBezTo>
                  <a:pt x="77811" y="73019"/>
                  <a:pt x="71059" y="69884"/>
                  <a:pt x="66675" y="64770"/>
                </a:cubicBezTo>
                <a:cubicBezTo>
                  <a:pt x="56033" y="52354"/>
                  <a:pt x="43943" y="41054"/>
                  <a:pt x="30861" y="31242"/>
                </a:cubicBezTo>
                <a:cubicBezTo>
                  <a:pt x="23315" y="25582"/>
                  <a:pt x="16554" y="18861"/>
                  <a:pt x="10287" y="11811"/>
                </a:cubicBezTo>
                <a:cubicBezTo>
                  <a:pt x="6818" y="7909"/>
                  <a:pt x="4670" y="2335"/>
                  <a:pt x="0" y="0"/>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5821" name="Google Shape;5821;p52"/>
          <p:cNvPicPr preferRelativeResize="0"/>
          <p:nvPr/>
        </p:nvPicPr>
        <p:blipFill rotWithShape="1">
          <a:blip r:embed="rId3">
            <a:alphaModFix/>
          </a:blip>
          <a:srcRect t="16184" b="16184"/>
          <a:stretch/>
        </p:blipFill>
        <p:spPr>
          <a:xfrm>
            <a:off x="-2057400" y="2762149"/>
            <a:ext cx="5295899" cy="1931575"/>
          </a:xfrm>
          <a:prstGeom prst="rect">
            <a:avLst/>
          </a:prstGeom>
          <a:noFill/>
          <a:ln>
            <a:noFill/>
          </a:ln>
        </p:spPr>
      </p:pic>
      <p:grpSp>
        <p:nvGrpSpPr>
          <p:cNvPr id="5822" name="Google Shape;5822;p52"/>
          <p:cNvGrpSpPr/>
          <p:nvPr/>
        </p:nvGrpSpPr>
        <p:grpSpPr>
          <a:xfrm rot="-121861">
            <a:off x="7458834" y="2845412"/>
            <a:ext cx="1429802" cy="1600398"/>
            <a:chOff x="4138184" y="930105"/>
            <a:chExt cx="3868174" cy="4329704"/>
          </a:xfrm>
        </p:grpSpPr>
        <p:sp>
          <p:nvSpPr>
            <p:cNvPr id="5823" name="Google Shape;5823;p52"/>
            <p:cNvSpPr/>
            <p:nvPr/>
          </p:nvSpPr>
          <p:spPr>
            <a:xfrm>
              <a:off x="4368726" y="312298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24" name="Google Shape;5824;p52"/>
            <p:cNvGrpSpPr/>
            <p:nvPr/>
          </p:nvGrpSpPr>
          <p:grpSpPr>
            <a:xfrm>
              <a:off x="4138184" y="930105"/>
              <a:ext cx="3868174" cy="3755764"/>
              <a:chOff x="4138184" y="930105"/>
              <a:chExt cx="3868174" cy="3755764"/>
            </a:xfrm>
          </p:grpSpPr>
          <p:sp>
            <p:nvSpPr>
              <p:cNvPr id="5825" name="Google Shape;5825;p52"/>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7" name="Google Shape;5827;p52"/>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8" name="Google Shape;5828;p52"/>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9" name="Google Shape;5829;p52"/>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0" name="Google Shape;5830;p52"/>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1" name="Google Shape;5831;p52"/>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2" name="Google Shape;5832;p52"/>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3" name="Google Shape;5833;p52"/>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4" name="Google Shape;5834;p52"/>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5" name="Google Shape;5835;p52"/>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6" name="Google Shape;5836;p52"/>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7" name="Google Shape;5837;p52"/>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8" name="Google Shape;5838;p52"/>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9" name="Google Shape;5839;p52"/>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0" name="Google Shape;5840;p52"/>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1" name="Google Shape;5841;p52"/>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2" name="Google Shape;5842;p52"/>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3" name="Google Shape;5843;p52"/>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4" name="Google Shape;5844;p52"/>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5" name="Google Shape;5845;p52"/>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6" name="Google Shape;5846;p52"/>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7" name="Google Shape;5847;p52"/>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8" name="Google Shape;5848;p52"/>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9" name="Google Shape;5849;p52"/>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0" name="Google Shape;5850;p52"/>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1" name="Google Shape;5851;p52"/>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2" name="Google Shape;5852;p52"/>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3" name="Google Shape;5853;p52"/>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4" name="Google Shape;5854;p52"/>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5" name="Google Shape;5855;p52"/>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6" name="Google Shape;5856;p52"/>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7" name="Google Shape;5857;p52"/>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8" name="Google Shape;5858;p52"/>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9" name="Google Shape;5859;p52"/>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0" name="Google Shape;5860;p52"/>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1" name="Google Shape;5861;p52"/>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2" name="Google Shape;5862;p52"/>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3" name="Google Shape;5863;p52"/>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4" name="Google Shape;5864;p52"/>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5" name="Google Shape;5865;p52"/>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6" name="Google Shape;5866;p52"/>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7" name="Google Shape;5867;p52"/>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8" name="Google Shape;5868;p52"/>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9" name="Google Shape;5869;p52"/>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0" name="Google Shape;5870;p52"/>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1" name="Google Shape;5871;p52"/>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2" name="Google Shape;5872;p52"/>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3" name="Google Shape;5873;p52"/>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4" name="Google Shape;5874;p52"/>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5" name="Google Shape;5875;p52"/>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6" name="Google Shape;5876;p52"/>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7" name="Google Shape;5877;p52"/>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8" name="Google Shape;5878;p52"/>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9" name="Google Shape;5879;p52"/>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0" name="Google Shape;5880;p52"/>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1" name="Google Shape;5881;p52"/>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2" name="Google Shape;5882;p52"/>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3" name="Google Shape;5883;p52"/>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4" name="Google Shape;5884;p52"/>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5" name="Google Shape;5885;p52"/>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6" name="Google Shape;5886;p52"/>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7" name="Google Shape;5887;p52"/>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8" name="Google Shape;5888;p52"/>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9" name="Google Shape;5889;p52"/>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0" name="Google Shape;5890;p52"/>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1" name="Google Shape;5891;p52"/>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2" name="Google Shape;5892;p52"/>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3" name="Google Shape;5893;p52"/>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4" name="Google Shape;5894;p52"/>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52"/>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6" name="Google Shape;5896;p52"/>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7" name="Google Shape;5897;p52"/>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8" name="Google Shape;5898;p52"/>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9" name="Google Shape;5899;p52"/>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0" name="Google Shape;5900;p52"/>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1" name="Google Shape;5901;p52"/>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2" name="Google Shape;5902;p52"/>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3" name="Google Shape;5903;p52"/>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4" name="Google Shape;5904;p52"/>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5" name="Google Shape;5905;p52"/>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6" name="Google Shape;5906;p52"/>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7" name="Google Shape;5907;p52"/>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8" name="Google Shape;5908;p52"/>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9" name="Google Shape;5909;p52"/>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0" name="Google Shape;5910;p52"/>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1" name="Google Shape;5911;p52"/>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2" name="Google Shape;5912;p52"/>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3" name="Google Shape;5913;p52"/>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52"/>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5" name="Google Shape;5915;p52"/>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6" name="Google Shape;5916;p52"/>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7" name="Google Shape;5917;p52"/>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8" name="Google Shape;5918;p52"/>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9" name="Google Shape;5919;p52"/>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0" name="Google Shape;5920;p52"/>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1" name="Google Shape;5921;p52"/>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2" name="Google Shape;5922;p52"/>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3" name="Google Shape;5923;p52"/>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4" name="Google Shape;5924;p52"/>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5" name="Google Shape;5925;p52"/>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6" name="Google Shape;5926;p52"/>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7" name="Google Shape;5927;p52"/>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8" name="Google Shape;5928;p52"/>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9" name="Google Shape;5929;p52"/>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0" name="Google Shape;5930;p52"/>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1" name="Google Shape;5931;p52"/>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2" name="Google Shape;5932;p52"/>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3" name="Google Shape;5933;p52"/>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4" name="Google Shape;5934;p52"/>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5" name="Google Shape;5935;p52"/>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6" name="Google Shape;5936;p52"/>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7" name="Google Shape;5937;p52"/>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8" name="Google Shape;5938;p52"/>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9" name="Google Shape;5939;p52"/>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0" name="Google Shape;5940;p52"/>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52"/>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2" name="Google Shape;5942;p52"/>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3" name="Google Shape;5943;p52"/>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4" name="Google Shape;5944;p52"/>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5" name="Google Shape;5945;p52"/>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6" name="Google Shape;5946;p52"/>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7" name="Google Shape;5947;p52"/>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8" name="Google Shape;5948;p52"/>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9" name="Google Shape;5949;p52"/>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0" name="Google Shape;5950;p52"/>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1" name="Google Shape;5951;p52"/>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2" name="Google Shape;5952;p52"/>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3" name="Google Shape;5953;p52"/>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4" name="Google Shape;5954;p52"/>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5" name="Google Shape;5955;p52"/>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6" name="Google Shape;5956;p52"/>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7" name="Google Shape;5957;p52"/>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8" name="Google Shape;5958;p52"/>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9" name="Google Shape;5959;p52"/>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6" name="Google Shape;5826;p52"/>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5820" name="Google Shape;5820;p52"/>
          <p:cNvPicPr preferRelativeResize="0"/>
          <p:nvPr/>
        </p:nvPicPr>
        <p:blipFill rotWithShape="1">
          <a:blip r:embed="rId4">
            <a:alphaModFix/>
          </a:blip>
          <a:srcRect t="19866" b="19860"/>
          <a:stretch/>
        </p:blipFill>
        <p:spPr>
          <a:xfrm>
            <a:off x="3543300" y="2733673"/>
            <a:ext cx="5295899" cy="1531325"/>
          </a:xfrm>
          <a:prstGeom prst="rect">
            <a:avLst/>
          </a:prstGeom>
          <a:noFill/>
          <a:ln>
            <a:noFill/>
          </a:ln>
        </p:spPr>
      </p:pic>
      <p:sp>
        <p:nvSpPr>
          <p:cNvPr id="4" name="Google Shape;5386;p50">
            <a:extLst>
              <a:ext uri="{FF2B5EF4-FFF2-40B4-BE49-F238E27FC236}">
                <a16:creationId xmlns:a16="http://schemas.microsoft.com/office/drawing/2014/main" id="{7C085EB8-B3F9-745E-F17A-7A2FD0054138}"/>
              </a:ext>
            </a:extLst>
          </p:cNvPr>
          <p:cNvSpPr txBox="1">
            <a:spLocks noGrp="1"/>
          </p:cNvSpPr>
          <p:nvPr>
            <p:ph type="subTitle" idx="1"/>
          </p:nvPr>
        </p:nvSpPr>
        <p:spPr>
          <a:xfrm>
            <a:off x="346892" y="229781"/>
            <a:ext cx="8529715" cy="3014866"/>
          </a:xfrm>
          <a:prstGeom prst="rect">
            <a:avLst/>
          </a:prstGeom>
        </p:spPr>
        <p:txBody>
          <a:bodyPr spcFirstLastPara="1" wrap="square" lIns="91425" tIns="91425" rIns="91425" bIns="91425" anchor="b" anchorCtr="0">
            <a:noAutofit/>
          </a:bodyPr>
          <a:lstStyle/>
          <a:p>
            <a:pPr marL="0" lvl="0">
              <a:lnSpc>
                <a:spcPct val="107000"/>
              </a:lnSpc>
              <a:spcAft>
                <a:spcPts val="800"/>
              </a:spcAft>
              <a:buSzPts val="3000"/>
            </a:pPr>
            <a:r>
              <a:rPr lang="en-US" sz="2400" kern="100" dirty="0">
                <a:solidFill>
                  <a:srgbClr val="374151"/>
                </a:solidFill>
                <a:latin typeface="Times New Roman" panose="02020603050405020304" pitchFamily="18" charset="0"/>
                <a:cs typeface="Arial" panose="020B0604020202020204" pitchFamily="34" charset="0"/>
              </a:rPr>
              <a:t>- </a:t>
            </a:r>
            <a:r>
              <a:rPr lang="en-US" sz="3500" dirty="0">
                <a:latin typeface="Bebas Neue"/>
                <a:sym typeface="Bebas Neue"/>
              </a:rPr>
              <a:t>Data structures used for the solution and why?</a:t>
            </a:r>
          </a:p>
          <a:p>
            <a:pPr marL="0">
              <a:lnSpc>
                <a:spcPct val="107000"/>
              </a:lnSpc>
              <a:spcAft>
                <a:spcPts val="800"/>
              </a:spcAft>
              <a:buSzPts val="3000"/>
            </a:pPr>
            <a:r>
              <a:rPr lang="en-US" sz="2400" kern="100" dirty="0">
                <a:solidFill>
                  <a:srgbClr val="374151"/>
                </a:solidFill>
                <a:latin typeface="Times New Roman" panose="02020603050405020304" pitchFamily="18" charset="0"/>
                <a:cs typeface="Arial" panose="020B0604020202020204" pitchFamily="34" charset="0"/>
              </a:rPr>
              <a:t>The data structure used in our C++ program is a </a:t>
            </a:r>
            <a:r>
              <a:rPr lang="en-US" sz="2400" b="1" kern="100" dirty="0">
                <a:solidFill>
                  <a:schemeClr val="bg1">
                    <a:lumMod val="50000"/>
                  </a:schemeClr>
                </a:solidFill>
                <a:latin typeface="Times New Roman" panose="02020603050405020304" pitchFamily="18" charset="0"/>
                <a:cs typeface="Arial" panose="020B0604020202020204" pitchFamily="34" charset="0"/>
              </a:rPr>
              <a:t>linked list</a:t>
            </a:r>
            <a:r>
              <a:rPr lang="en-US" sz="2400" kern="100" dirty="0">
                <a:solidFill>
                  <a:srgbClr val="374151"/>
                </a:solidFill>
                <a:latin typeface="Times New Roman" panose="02020603050405020304" pitchFamily="18" charset="0"/>
                <a:cs typeface="Arial" panose="020B0604020202020204" pitchFamily="34" charset="0"/>
              </a:rPr>
              <a:t> to manage passenger information. Specifically, we've implemented a </a:t>
            </a:r>
            <a:r>
              <a:rPr lang="en-US" sz="2400" b="1" kern="100" dirty="0">
                <a:solidFill>
                  <a:schemeClr val="bg1">
                    <a:lumMod val="50000"/>
                  </a:schemeClr>
                </a:solidFill>
                <a:latin typeface="Times New Roman" panose="02020603050405020304" pitchFamily="18" charset="0"/>
                <a:cs typeface="Arial" panose="020B0604020202020204" pitchFamily="34" charset="0"/>
              </a:rPr>
              <a:t>singly linked list </a:t>
            </a:r>
            <a:r>
              <a:rPr lang="en-US" sz="2400" kern="100" dirty="0">
                <a:solidFill>
                  <a:srgbClr val="374151"/>
                </a:solidFill>
                <a:latin typeface="Times New Roman" panose="02020603050405020304" pitchFamily="18" charset="0"/>
                <a:cs typeface="Arial" panose="020B0604020202020204" pitchFamily="34" charset="0"/>
              </a:rPr>
              <a:t>where each node of the list represents a passenger, and the Passenger struct holds the relevant information about each passenger.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sp>
        <p:nvSpPr>
          <p:cNvPr id="5386" name="Google Shape;5386;p50"/>
          <p:cNvSpPr txBox="1">
            <a:spLocks noGrp="1"/>
          </p:cNvSpPr>
          <p:nvPr>
            <p:ph type="subTitle" idx="1"/>
          </p:nvPr>
        </p:nvSpPr>
        <p:spPr>
          <a:xfrm>
            <a:off x="1865269" y="1646379"/>
            <a:ext cx="7125884" cy="2923270"/>
          </a:xfrm>
          <a:prstGeom prst="rect">
            <a:avLst/>
          </a:prstGeom>
        </p:spPr>
        <p:txBody>
          <a:bodyPr spcFirstLastPara="1" wrap="square" lIns="91425" tIns="91425" rIns="91425" bIns="91425" anchor="b" anchorCtr="0">
            <a:noAutofit/>
          </a:bodyPr>
          <a:lstStyle/>
          <a:p>
            <a:pPr marL="0" algn="l">
              <a:lnSpc>
                <a:spcPct val="107000"/>
              </a:lnSpc>
              <a:spcAft>
                <a:spcPts val="800"/>
              </a:spcAft>
            </a:pPr>
            <a:r>
              <a:rPr lang="en-US" sz="2000" kern="100" dirty="0">
                <a:solidFill>
                  <a:srgbClr val="374151"/>
                </a:solidFill>
                <a:latin typeface="Times New Roman" panose="02020603050405020304" pitchFamily="18" charset="0"/>
                <a:cs typeface="Arial" panose="020B0604020202020204" pitchFamily="34" charset="0"/>
              </a:rPr>
              <a:t>The Passenger struct represents a node in the linked list. It contains information about a passenger (name, address, etc.) and a pointer (link) to the next passenger in the list.</a:t>
            </a:r>
          </a:p>
          <a:p>
            <a:pPr marL="0" algn="l">
              <a:lnSpc>
                <a:spcPct val="107000"/>
              </a:lnSpc>
              <a:spcAft>
                <a:spcPts val="800"/>
              </a:spcAft>
            </a:pPr>
            <a:r>
              <a:rPr lang="en-US" sz="2000" kern="100" dirty="0">
                <a:solidFill>
                  <a:srgbClr val="374151"/>
                </a:solidFill>
                <a:latin typeface="Times New Roman" panose="02020603050405020304" pitchFamily="18" charset="0"/>
                <a:cs typeface="Arial" panose="020B0604020202020204" pitchFamily="34" charset="0"/>
              </a:rPr>
              <a:t>The linked list is created and managed using pointers (head, tail, temp, cur). head points to the first node, tail points to the last node, temp is used for creating new nodes, and cur is a temporary pointer used for traversing the list.</a:t>
            </a: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2" name="TextBox 1">
            <a:extLst>
              <a:ext uri="{FF2B5EF4-FFF2-40B4-BE49-F238E27FC236}">
                <a16:creationId xmlns:a16="http://schemas.microsoft.com/office/drawing/2014/main" id="{3B9C75B2-977C-5E52-2EC4-44417035036A}"/>
              </a:ext>
            </a:extLst>
          </p:cNvPr>
          <p:cNvSpPr txBox="1"/>
          <p:nvPr/>
        </p:nvSpPr>
        <p:spPr>
          <a:xfrm>
            <a:off x="5196243" y="3564008"/>
            <a:ext cx="3547593" cy="646331"/>
          </a:xfrm>
          <a:prstGeom prst="rect">
            <a:avLst/>
          </a:prstGeom>
          <a:solidFill>
            <a:schemeClr val="tx1">
              <a:lumMod val="10000"/>
              <a:lumOff val="90000"/>
              <a:alpha val="47000"/>
            </a:schemeClr>
          </a:solidFill>
        </p:spPr>
        <p:txBody>
          <a:bodyPr wrap="square" rtlCol="0">
            <a:spAutoFit/>
          </a:bodyPr>
          <a:lstStyle/>
          <a:p>
            <a:pPr algn="ctr"/>
            <a:r>
              <a:rPr lang="en-GB" sz="3600" dirty="0">
                <a:solidFill>
                  <a:schemeClr val="tx1"/>
                </a:solidFill>
                <a:latin typeface="Bebas Neue" panose="020B0606020202050201" pitchFamily="34" charset="0"/>
              </a:rPr>
              <a:t>LINKED LIST</a:t>
            </a:r>
          </a:p>
        </p:txBody>
      </p:sp>
    </p:spTree>
    <p:extLst>
      <p:ext uri="{BB962C8B-B14F-4D97-AF65-F5344CB8AC3E}">
        <p14:creationId xmlns:p14="http://schemas.microsoft.com/office/powerpoint/2010/main" val="4156344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40"/>
        <p:cNvGrpSpPr/>
        <p:nvPr/>
      </p:nvGrpSpPr>
      <p:grpSpPr>
        <a:xfrm>
          <a:off x="0" y="0"/>
          <a:ext cx="0" cy="0"/>
          <a:chOff x="0" y="0"/>
          <a:chExt cx="0" cy="0"/>
        </a:xfrm>
      </p:grpSpPr>
      <p:sp>
        <p:nvSpPr>
          <p:cNvPr id="4542" name="Google Shape;4542;p43"/>
          <p:cNvSpPr txBox="1">
            <a:spLocks noGrp="1"/>
          </p:cNvSpPr>
          <p:nvPr>
            <p:ph type="subTitle" idx="1"/>
          </p:nvPr>
        </p:nvSpPr>
        <p:spPr>
          <a:xfrm>
            <a:off x="190571" y="1399863"/>
            <a:ext cx="5898806" cy="2538721"/>
          </a:xfrm>
          <a:prstGeom prst="rect">
            <a:avLst/>
          </a:prstGeom>
        </p:spPr>
        <p:txBody>
          <a:bodyPr spcFirstLastPara="1" wrap="square" lIns="91425" tIns="91425" rIns="91425" bIns="91425" anchor="t" anchorCtr="0">
            <a:noAutofit/>
          </a:bodyPr>
          <a:lstStyle/>
          <a:p>
            <a:pPr marL="0" marR="0" indent="0">
              <a:lnSpc>
                <a:spcPct val="107000"/>
              </a:lnSpc>
              <a:spcBef>
                <a:spcPts val="0"/>
              </a:spcBef>
              <a:spcAft>
                <a:spcPts val="800"/>
              </a:spcAft>
              <a:buNone/>
            </a:pPr>
            <a:r>
              <a:rPr lang="en-US" sz="2000" dirty="0">
                <a:latin typeface="Times New Roman" panose="02020603050405020304" pitchFamily="18" charset="0"/>
                <a:cs typeface="Times New Roman" panose="02020603050405020304" pitchFamily="18" charset="0"/>
              </a:rPr>
              <a:t>new Passenger is used to dynamically allocate memory for a new passenger node. This allows you to create nodes as needed during runtime.</a:t>
            </a:r>
          </a:p>
          <a:p>
            <a:pPr marL="0" marR="0" indent="0">
              <a:lnSpc>
                <a:spcPct val="107000"/>
              </a:lnSpc>
              <a:spcBef>
                <a:spcPts val="0"/>
              </a:spcBef>
              <a:spcAft>
                <a:spcPts val="800"/>
              </a:spcAft>
              <a:buNone/>
            </a:pPr>
            <a:r>
              <a:rPr lang="en-US" sz="2000" dirty="0">
                <a:latin typeface="Times New Roman" panose="02020603050405020304" pitchFamily="18" charset="0"/>
                <a:cs typeface="Times New Roman" panose="02020603050405020304" pitchFamily="18" charset="0"/>
              </a:rPr>
              <a:t>The use of a linked list is suitable for this scenario because it provides efficient insertion and deletion operations, which are common when managing a list of passengers. Additionally, dynamic memory allocation allows you to manage memory more efficiently, allocating memory only when needed.</a:t>
            </a:r>
          </a:p>
        </p:txBody>
      </p:sp>
      <p:grpSp>
        <p:nvGrpSpPr>
          <p:cNvPr id="4543" name="Google Shape;4543;p43"/>
          <p:cNvGrpSpPr/>
          <p:nvPr/>
        </p:nvGrpSpPr>
        <p:grpSpPr>
          <a:xfrm rot="-121861">
            <a:off x="6820659" y="3433187"/>
            <a:ext cx="1429802" cy="1600398"/>
            <a:chOff x="4138184" y="930105"/>
            <a:chExt cx="3868174" cy="4329704"/>
          </a:xfrm>
        </p:grpSpPr>
        <p:sp>
          <p:nvSpPr>
            <p:cNvPr id="4544" name="Google Shape;4544;p43"/>
            <p:cNvSpPr/>
            <p:nvPr/>
          </p:nvSpPr>
          <p:spPr>
            <a:xfrm>
              <a:off x="4368726" y="312298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45" name="Google Shape;4545;p43"/>
            <p:cNvGrpSpPr/>
            <p:nvPr/>
          </p:nvGrpSpPr>
          <p:grpSpPr>
            <a:xfrm>
              <a:off x="4138184" y="930105"/>
              <a:ext cx="3868174" cy="3755764"/>
              <a:chOff x="4138184" y="930105"/>
              <a:chExt cx="3868174" cy="3755764"/>
            </a:xfrm>
          </p:grpSpPr>
          <p:sp>
            <p:nvSpPr>
              <p:cNvPr id="4546" name="Google Shape;4546;p43"/>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43"/>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43"/>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4549;p43"/>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4550;p43"/>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43"/>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4552;p43"/>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43"/>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43"/>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4555;p43"/>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4556;p43"/>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43"/>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4558;p43"/>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43"/>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43"/>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43"/>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43"/>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43"/>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43"/>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43"/>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43"/>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43"/>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43"/>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4569;p43"/>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43"/>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4571;p43"/>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43"/>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43"/>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4574;p43"/>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43"/>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43"/>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4577;p43"/>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4578;p43"/>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4579;p43"/>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0" name="Google Shape;4580;p43"/>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1" name="Google Shape;4581;p43"/>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4582;p43"/>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3" name="Google Shape;4583;p43"/>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4584;p43"/>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43"/>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6" name="Google Shape;4586;p43"/>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7" name="Google Shape;4587;p43"/>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8" name="Google Shape;4588;p43"/>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4589;p43"/>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4590;p43"/>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43"/>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4592;p43"/>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3" name="Google Shape;4593;p43"/>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4" name="Google Shape;4594;p43"/>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5" name="Google Shape;4595;p43"/>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4596;p43"/>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43"/>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43"/>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43"/>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43"/>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4601;p43"/>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4602;p43"/>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43"/>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4604;p43"/>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5" name="Google Shape;4605;p43"/>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43"/>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43"/>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43"/>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43"/>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43"/>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43"/>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43"/>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43"/>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43"/>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43"/>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43"/>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43"/>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43"/>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43"/>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43"/>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43"/>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43"/>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43"/>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43"/>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43"/>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43"/>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43"/>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43"/>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43"/>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43"/>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43"/>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43"/>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43"/>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43"/>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43"/>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43"/>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43"/>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43"/>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43"/>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43"/>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43"/>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43"/>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43"/>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43"/>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43"/>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43"/>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43"/>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43"/>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43"/>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43"/>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43"/>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43"/>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43"/>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43"/>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43"/>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43"/>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43"/>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43"/>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43"/>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43"/>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43"/>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43"/>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43"/>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4664;p43"/>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4665;p43"/>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43"/>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43"/>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4668;p43"/>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43"/>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4670;p43"/>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1" name="Google Shape;4671;p43"/>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2" name="Google Shape;4672;p43"/>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43"/>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43"/>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43"/>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43"/>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43"/>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43"/>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9" name="Google Shape;4679;p43"/>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0" name="Google Shape;4680;p43"/>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681" name="Google Shape;4681;p43"/>
          <p:cNvSpPr/>
          <p:nvPr/>
        </p:nvSpPr>
        <p:spPr>
          <a:xfrm>
            <a:off x="4279225" y="3821208"/>
            <a:ext cx="2447925" cy="1589000"/>
          </a:xfrm>
          <a:custGeom>
            <a:avLst/>
            <a:gdLst/>
            <a:ahLst/>
            <a:cxnLst/>
            <a:rect l="l" t="t" r="r" b="b"/>
            <a:pathLst>
              <a:path w="97917" h="63560" extrusionOk="0">
                <a:moveTo>
                  <a:pt x="97917" y="26984"/>
                </a:moveTo>
                <a:cubicBezTo>
                  <a:pt x="84621" y="36956"/>
                  <a:pt x="60077" y="30781"/>
                  <a:pt x="48768" y="18602"/>
                </a:cubicBezTo>
                <a:cubicBezTo>
                  <a:pt x="44368" y="13863"/>
                  <a:pt x="49241" y="-2088"/>
                  <a:pt x="55245" y="314"/>
                </a:cubicBezTo>
                <a:cubicBezTo>
                  <a:pt x="63962" y="3801"/>
                  <a:pt x="48788" y="19241"/>
                  <a:pt x="41148" y="24698"/>
                </a:cubicBezTo>
                <a:cubicBezTo>
                  <a:pt x="25796" y="35664"/>
                  <a:pt x="11786" y="48828"/>
                  <a:pt x="0" y="63560"/>
                </a:cubicBezTo>
              </a:path>
            </a:pathLst>
          </a:custGeom>
          <a:noFill/>
          <a:ln w="19050" cap="flat" cmpd="sng">
            <a:solidFill>
              <a:schemeClr val="accent5"/>
            </a:solidFill>
            <a:prstDash val="dash"/>
            <a:round/>
            <a:headEnd type="none" w="med" len="med"/>
            <a:tailEnd type="none" w="med" len="med"/>
          </a:ln>
        </p:spPr>
        <p:txBody>
          <a:bodyPr/>
          <a:lstStyle/>
          <a:p>
            <a:endParaRPr lang="en-US"/>
          </a:p>
        </p:txBody>
      </p:sp>
      <p:grpSp>
        <p:nvGrpSpPr>
          <p:cNvPr id="4682" name="Google Shape;4682;p43"/>
          <p:cNvGrpSpPr/>
          <p:nvPr/>
        </p:nvGrpSpPr>
        <p:grpSpPr>
          <a:xfrm rot="-6162028">
            <a:off x="5460799" y="1170055"/>
            <a:ext cx="2053625" cy="1672424"/>
            <a:chOff x="3394530" y="930105"/>
            <a:chExt cx="4611828" cy="3755764"/>
          </a:xfrm>
        </p:grpSpPr>
        <p:sp>
          <p:nvSpPr>
            <p:cNvPr id="4683" name="Google Shape;4683;p43"/>
            <p:cNvSpPr/>
            <p:nvPr/>
          </p:nvSpPr>
          <p:spPr>
            <a:xfrm>
              <a:off x="3394530" y="121409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84" name="Google Shape;4684;p43"/>
            <p:cNvGrpSpPr/>
            <p:nvPr/>
          </p:nvGrpSpPr>
          <p:grpSpPr>
            <a:xfrm>
              <a:off x="4138184" y="930105"/>
              <a:ext cx="3868174" cy="3755764"/>
              <a:chOff x="4138184" y="930105"/>
              <a:chExt cx="3868174" cy="3755764"/>
            </a:xfrm>
          </p:grpSpPr>
          <p:sp>
            <p:nvSpPr>
              <p:cNvPr id="4685" name="Google Shape;4685;p43"/>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6" name="Google Shape;4686;p43"/>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43"/>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43"/>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9" name="Google Shape;4689;p43"/>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43"/>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1" name="Google Shape;4691;p43"/>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2" name="Google Shape;4692;p43"/>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3" name="Google Shape;4693;p43"/>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4" name="Google Shape;4694;p43"/>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5" name="Google Shape;4695;p43"/>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43"/>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7" name="Google Shape;4697;p43"/>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8" name="Google Shape;4698;p43"/>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9" name="Google Shape;4699;p43"/>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43"/>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43"/>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43"/>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43"/>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43"/>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43"/>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43"/>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43"/>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43"/>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43"/>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43"/>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43"/>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43"/>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43"/>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43"/>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43"/>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43"/>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43"/>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43"/>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9" name="Google Shape;4719;p43"/>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0" name="Google Shape;4720;p43"/>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1" name="Google Shape;4721;p43"/>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2" name="Google Shape;4722;p43"/>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43"/>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43"/>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43"/>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43"/>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43"/>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43"/>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9" name="Google Shape;4729;p43"/>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0" name="Google Shape;4730;p43"/>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43"/>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43"/>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43"/>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43"/>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43"/>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43"/>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43"/>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43"/>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43"/>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43"/>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43"/>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43"/>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3" name="Google Shape;4743;p43"/>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4" name="Google Shape;4744;p43"/>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43"/>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6" name="Google Shape;4746;p43"/>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43"/>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8" name="Google Shape;4748;p43"/>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9" name="Google Shape;4749;p43"/>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43"/>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43"/>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43"/>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43"/>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43"/>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43"/>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43"/>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7" name="Google Shape;4757;p43"/>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43"/>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43"/>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43"/>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43"/>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43"/>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43"/>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43"/>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43"/>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43"/>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43"/>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43"/>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43"/>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43"/>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43"/>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43"/>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43"/>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43"/>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43"/>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43"/>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43"/>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43"/>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43"/>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43"/>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43"/>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43"/>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43"/>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43"/>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43"/>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43"/>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43"/>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43"/>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43"/>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43"/>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43"/>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43"/>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3" name="Google Shape;4793;p43"/>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43"/>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43"/>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6" name="Google Shape;4796;p43"/>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7" name="Google Shape;4797;p43"/>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43"/>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9" name="Google Shape;4799;p43"/>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0" name="Google Shape;4800;p43"/>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43"/>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2" name="Google Shape;4802;p43"/>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3" name="Google Shape;4803;p43"/>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43"/>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5" name="Google Shape;4805;p43"/>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6" name="Google Shape;4806;p43"/>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43"/>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8" name="Google Shape;4808;p43"/>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43"/>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43"/>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1" name="Google Shape;4811;p43"/>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2" name="Google Shape;4812;p43"/>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3" name="Google Shape;4813;p43"/>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4" name="Google Shape;4814;p43"/>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5" name="Google Shape;4815;p43"/>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43"/>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7" name="Google Shape;4817;p43"/>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8" name="Google Shape;4818;p43"/>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43"/>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820" name="Google Shape;4820;p43"/>
          <p:cNvSpPr/>
          <p:nvPr/>
        </p:nvSpPr>
        <p:spPr>
          <a:xfrm>
            <a:off x="6972734" y="2625183"/>
            <a:ext cx="2390775" cy="504825"/>
          </a:xfrm>
          <a:custGeom>
            <a:avLst/>
            <a:gdLst/>
            <a:ahLst/>
            <a:cxnLst/>
            <a:rect l="l" t="t" r="r" b="b"/>
            <a:pathLst>
              <a:path w="95631" h="20193" extrusionOk="0">
                <a:moveTo>
                  <a:pt x="0" y="0"/>
                </a:moveTo>
                <a:cubicBezTo>
                  <a:pt x="11949" y="11949"/>
                  <a:pt x="33858" y="-157"/>
                  <a:pt x="50673" y="1524"/>
                </a:cubicBezTo>
                <a:cubicBezTo>
                  <a:pt x="66819" y="3139"/>
                  <a:pt x="79404" y="20193"/>
                  <a:pt x="95631" y="20193"/>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4" name="TextBox 3">
            <a:extLst>
              <a:ext uri="{FF2B5EF4-FFF2-40B4-BE49-F238E27FC236}">
                <a16:creationId xmlns:a16="http://schemas.microsoft.com/office/drawing/2014/main" id="{0FA97194-1D78-C9FD-B5DC-F7D7B1382B3D}"/>
              </a:ext>
            </a:extLst>
          </p:cNvPr>
          <p:cNvSpPr txBox="1"/>
          <p:nvPr/>
        </p:nvSpPr>
        <p:spPr>
          <a:xfrm>
            <a:off x="699680" y="749693"/>
            <a:ext cx="4775914" cy="646331"/>
          </a:xfrm>
          <a:prstGeom prst="rect">
            <a:avLst/>
          </a:prstGeom>
          <a:solidFill>
            <a:schemeClr val="tx1">
              <a:lumMod val="10000"/>
              <a:lumOff val="90000"/>
              <a:alpha val="47000"/>
            </a:schemeClr>
          </a:solidFill>
        </p:spPr>
        <p:txBody>
          <a:bodyPr wrap="square" rtlCol="0">
            <a:spAutoFit/>
          </a:bodyPr>
          <a:lstStyle/>
          <a:p>
            <a:pPr algn="ctr"/>
            <a:r>
              <a:rPr lang="en-GB" sz="3600" dirty="0">
                <a:solidFill>
                  <a:schemeClr val="tx1"/>
                </a:solidFill>
                <a:latin typeface="Bebas Neue" panose="020B0606020202050201" pitchFamily="34" charset="0"/>
              </a:rPr>
              <a:t>DYNAMIC MEMORY ALLOCATION</a:t>
            </a:r>
          </a:p>
        </p:txBody>
      </p:sp>
    </p:spTree>
    <p:extLst>
      <p:ext uri="{BB962C8B-B14F-4D97-AF65-F5344CB8AC3E}">
        <p14:creationId xmlns:p14="http://schemas.microsoft.com/office/powerpoint/2010/main" val="210517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43"/>
        <p:cNvGrpSpPr/>
        <p:nvPr/>
      </p:nvGrpSpPr>
      <p:grpSpPr>
        <a:xfrm>
          <a:off x="0" y="0"/>
          <a:ext cx="0" cy="0"/>
          <a:chOff x="0" y="0"/>
          <a:chExt cx="0" cy="0"/>
        </a:xfrm>
      </p:grpSpPr>
      <p:sp>
        <p:nvSpPr>
          <p:cNvPr id="6352" name="Google Shape;6352;p61"/>
          <p:cNvSpPr txBox="1"/>
          <p:nvPr/>
        </p:nvSpPr>
        <p:spPr>
          <a:xfrm>
            <a:off x="6739908" y="2618688"/>
            <a:ext cx="2433897" cy="1746562"/>
          </a:xfrm>
          <a:prstGeom prst="rect">
            <a:avLst/>
          </a:prstGeom>
          <a:noFill/>
          <a:ln>
            <a:noFill/>
          </a:ln>
        </p:spPr>
        <p:txBody>
          <a:bodyPr spcFirstLastPara="1" wrap="square" lIns="91425" tIns="91425" rIns="91425" bIns="91425" anchor="b" anchorCtr="0">
            <a:noAutofit/>
          </a:bodyPr>
          <a:lstStyle/>
          <a:p>
            <a:pPr algn="ctr">
              <a:lnSpc>
                <a:spcPct val="115000"/>
              </a:lnSpc>
            </a:pPr>
            <a:r>
              <a:rPr lang="en-US" sz="2400" dirty="0">
                <a:solidFill>
                  <a:schemeClr val="dk1"/>
                </a:solidFill>
                <a:latin typeface="Bebas Neue"/>
              </a:rPr>
              <a:t>Display Passenger Details Algorithm</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lvl="0" indent="0" algn="r" rtl="0">
              <a:lnSpc>
                <a:spcPct val="115000"/>
              </a:lnSpc>
              <a:spcBef>
                <a:spcPts val="0"/>
              </a:spcBef>
              <a:spcAft>
                <a:spcPts val="0"/>
              </a:spcAft>
              <a:buNone/>
            </a:pPr>
            <a:endParaRPr sz="2400" dirty="0">
              <a:solidFill>
                <a:schemeClr val="dk1"/>
              </a:solidFill>
              <a:latin typeface="Bebas Neue"/>
              <a:ea typeface="Bebas Neue"/>
              <a:cs typeface="Bebas Neue"/>
              <a:sym typeface="Bebas Neue"/>
            </a:endParaRPr>
          </a:p>
        </p:txBody>
      </p:sp>
      <p:sp>
        <p:nvSpPr>
          <p:cNvPr id="6349" name="Google Shape;6349;p61"/>
          <p:cNvSpPr txBox="1"/>
          <p:nvPr/>
        </p:nvSpPr>
        <p:spPr>
          <a:xfrm>
            <a:off x="232998" y="1573299"/>
            <a:ext cx="2281949" cy="962100"/>
          </a:xfrm>
          <a:prstGeom prst="rect">
            <a:avLst/>
          </a:prstGeom>
          <a:noFill/>
          <a:ln>
            <a:noFill/>
          </a:ln>
        </p:spPr>
        <p:txBody>
          <a:bodyPr spcFirstLastPara="1" wrap="square" lIns="91425" tIns="91425" rIns="91425" bIns="91425" anchor="b" anchorCtr="0">
            <a:noAutofit/>
          </a:bodyPr>
          <a:lstStyle/>
          <a:p>
            <a:pPr algn="ctr">
              <a:lnSpc>
                <a:spcPct val="115000"/>
              </a:lnSpc>
            </a:pPr>
            <a:r>
              <a:rPr lang="en-US" sz="2400" dirty="0">
                <a:solidFill>
                  <a:schemeClr val="dk1"/>
                </a:solidFill>
                <a:latin typeface="Bebas Neue"/>
              </a:rPr>
              <a:t>Passenger Service Algorithm</a:t>
            </a:r>
            <a:endParaRPr lang="en-US" sz="2400" dirty="0">
              <a:solidFill>
                <a:schemeClr val="dk1"/>
              </a:solidFill>
              <a:latin typeface="Bebas Neue"/>
              <a:sym typeface="Bebas Neue"/>
            </a:endParaRPr>
          </a:p>
        </p:txBody>
      </p:sp>
      <p:sp>
        <p:nvSpPr>
          <p:cNvPr id="6350" name="Google Shape;6350;p61"/>
          <p:cNvSpPr txBox="1"/>
          <p:nvPr/>
        </p:nvSpPr>
        <p:spPr>
          <a:xfrm>
            <a:off x="6739908" y="1271340"/>
            <a:ext cx="2012975" cy="1476340"/>
          </a:xfrm>
          <a:prstGeom prst="rect">
            <a:avLst/>
          </a:prstGeom>
          <a:noFill/>
          <a:ln>
            <a:noFill/>
          </a:ln>
        </p:spPr>
        <p:txBody>
          <a:bodyPr spcFirstLastPara="1" wrap="square" lIns="91425" tIns="91425" rIns="91425" bIns="91425" anchor="b" anchorCtr="0">
            <a:noAutofit/>
          </a:bodyPr>
          <a:lstStyle/>
          <a:p>
            <a:pPr algn="ctr">
              <a:lnSpc>
                <a:spcPct val="115000"/>
              </a:lnSpc>
            </a:pPr>
            <a:r>
              <a:rPr lang="en-US" sz="2400" dirty="0">
                <a:solidFill>
                  <a:schemeClr val="dk1"/>
                </a:solidFill>
                <a:latin typeface="Bebas Neue"/>
              </a:rPr>
              <a:t>Manager Service Algorithm</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lvl="0" indent="0" algn="r" rtl="0">
              <a:lnSpc>
                <a:spcPct val="115000"/>
              </a:lnSpc>
              <a:spcBef>
                <a:spcPts val="0"/>
              </a:spcBef>
              <a:spcAft>
                <a:spcPts val="0"/>
              </a:spcAft>
              <a:buNone/>
            </a:pPr>
            <a:endParaRPr sz="2400" dirty="0">
              <a:solidFill>
                <a:schemeClr val="dk1"/>
              </a:solidFill>
              <a:latin typeface="Bebas Neue"/>
              <a:ea typeface="Bebas Neue"/>
              <a:cs typeface="Bebas Neue"/>
              <a:sym typeface="Bebas Neue"/>
            </a:endParaRPr>
          </a:p>
        </p:txBody>
      </p:sp>
      <p:sp>
        <p:nvSpPr>
          <p:cNvPr id="6351" name="Google Shape;6351;p61"/>
          <p:cNvSpPr txBox="1"/>
          <p:nvPr/>
        </p:nvSpPr>
        <p:spPr>
          <a:xfrm>
            <a:off x="153852" y="3391488"/>
            <a:ext cx="2433897" cy="1695020"/>
          </a:xfrm>
          <a:prstGeom prst="rect">
            <a:avLst/>
          </a:prstGeom>
          <a:noFill/>
          <a:ln>
            <a:noFill/>
          </a:ln>
        </p:spPr>
        <p:txBody>
          <a:bodyPr spcFirstLastPara="1" wrap="square" lIns="91425" tIns="91425" rIns="91425" bIns="91425" anchor="b" anchorCtr="0">
            <a:noAutofit/>
          </a:bodyPr>
          <a:lstStyle/>
          <a:p>
            <a:pPr algn="ctr">
              <a:lnSpc>
                <a:spcPct val="115000"/>
              </a:lnSpc>
            </a:pPr>
            <a:r>
              <a:rPr lang="en-US" sz="2400" dirty="0">
                <a:solidFill>
                  <a:schemeClr val="dk1"/>
                </a:solidFill>
                <a:latin typeface="Bebas Neue"/>
              </a:rPr>
              <a:t>Passenger Purchase Ticket Algorithm</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lvl="0" indent="0" algn="l" rtl="0">
              <a:lnSpc>
                <a:spcPct val="115000"/>
              </a:lnSpc>
              <a:spcBef>
                <a:spcPts val="0"/>
              </a:spcBef>
              <a:spcAft>
                <a:spcPts val="0"/>
              </a:spcAft>
              <a:buNone/>
            </a:pPr>
            <a:endParaRPr sz="2400" dirty="0">
              <a:solidFill>
                <a:schemeClr val="dk1"/>
              </a:solidFill>
              <a:latin typeface="Bebas Neue"/>
              <a:ea typeface="Bebas Neue"/>
              <a:cs typeface="Bebas Neue"/>
              <a:sym typeface="Bebas Neue"/>
            </a:endParaRPr>
          </a:p>
        </p:txBody>
      </p:sp>
      <p:sp>
        <p:nvSpPr>
          <p:cNvPr id="6353" name="Google Shape;6353;p61"/>
          <p:cNvSpPr/>
          <p:nvPr/>
        </p:nvSpPr>
        <p:spPr>
          <a:xfrm>
            <a:off x="3244049" y="1656588"/>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dk1"/>
                </a:solidFill>
                <a:latin typeface="Bebas Neue"/>
                <a:ea typeface="Bebas Neue"/>
                <a:cs typeface="Bebas Neue"/>
                <a:sym typeface="Bebas Neue"/>
              </a:rPr>
              <a:t>01</a:t>
            </a:r>
            <a:endParaRPr sz="3500">
              <a:solidFill>
                <a:schemeClr val="dk1"/>
              </a:solidFill>
              <a:latin typeface="Bebas Neue"/>
              <a:ea typeface="Bebas Neue"/>
              <a:cs typeface="Bebas Neue"/>
              <a:sym typeface="Bebas Neue"/>
            </a:endParaRPr>
          </a:p>
        </p:txBody>
      </p:sp>
      <p:sp>
        <p:nvSpPr>
          <p:cNvPr id="6354" name="Google Shape;6354;p61"/>
          <p:cNvSpPr/>
          <p:nvPr/>
        </p:nvSpPr>
        <p:spPr>
          <a:xfrm>
            <a:off x="5015849" y="1656588"/>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dk1"/>
                </a:solidFill>
                <a:latin typeface="Bebas Neue"/>
                <a:ea typeface="Bebas Neue"/>
                <a:cs typeface="Bebas Neue"/>
                <a:sym typeface="Bebas Neue"/>
              </a:rPr>
              <a:t>02</a:t>
            </a:r>
            <a:endParaRPr sz="3500">
              <a:solidFill>
                <a:schemeClr val="dk1"/>
              </a:solidFill>
              <a:latin typeface="Bebas Neue"/>
              <a:ea typeface="Bebas Neue"/>
              <a:cs typeface="Bebas Neue"/>
              <a:sym typeface="Bebas Neue"/>
            </a:endParaRPr>
          </a:p>
        </p:txBody>
      </p:sp>
      <p:sp>
        <p:nvSpPr>
          <p:cNvPr id="6355" name="Google Shape;6355;p61"/>
          <p:cNvSpPr/>
          <p:nvPr/>
        </p:nvSpPr>
        <p:spPr>
          <a:xfrm>
            <a:off x="3244049" y="3391588"/>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dk1"/>
                </a:solidFill>
                <a:latin typeface="Bebas Neue"/>
                <a:ea typeface="Bebas Neue"/>
                <a:cs typeface="Bebas Neue"/>
                <a:sym typeface="Bebas Neue"/>
              </a:rPr>
              <a:t>04</a:t>
            </a:r>
            <a:endParaRPr sz="3500">
              <a:solidFill>
                <a:schemeClr val="dk1"/>
              </a:solidFill>
              <a:latin typeface="Bebas Neue"/>
              <a:ea typeface="Bebas Neue"/>
              <a:cs typeface="Bebas Neue"/>
              <a:sym typeface="Bebas Neue"/>
            </a:endParaRPr>
          </a:p>
        </p:txBody>
      </p:sp>
      <p:sp>
        <p:nvSpPr>
          <p:cNvPr id="6356" name="Google Shape;6356;p61"/>
          <p:cNvSpPr/>
          <p:nvPr/>
        </p:nvSpPr>
        <p:spPr>
          <a:xfrm>
            <a:off x="5015849" y="3391588"/>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dk1"/>
                </a:solidFill>
                <a:latin typeface="Bebas Neue"/>
                <a:ea typeface="Bebas Neue"/>
                <a:cs typeface="Bebas Neue"/>
                <a:sym typeface="Bebas Neue"/>
              </a:rPr>
              <a:t>03</a:t>
            </a:r>
            <a:endParaRPr sz="3500">
              <a:solidFill>
                <a:schemeClr val="dk1"/>
              </a:solidFill>
              <a:latin typeface="Bebas Neue"/>
              <a:ea typeface="Bebas Neue"/>
              <a:cs typeface="Bebas Neue"/>
              <a:sym typeface="Bebas Neue"/>
            </a:endParaRPr>
          </a:p>
        </p:txBody>
      </p:sp>
      <p:cxnSp>
        <p:nvCxnSpPr>
          <p:cNvPr id="6357" name="Google Shape;6357;p61"/>
          <p:cNvCxnSpPr>
            <a:cxnSpLocks/>
            <a:stCxn id="6349" idx="3"/>
            <a:endCxn id="6353" idx="0"/>
          </p:cNvCxnSpPr>
          <p:nvPr/>
        </p:nvCxnSpPr>
        <p:spPr>
          <a:xfrm flipV="1">
            <a:off x="2514947" y="1656588"/>
            <a:ext cx="1210152" cy="397761"/>
          </a:xfrm>
          <a:prstGeom prst="curvedConnector4">
            <a:avLst>
              <a:gd name="adj1" fmla="val 30124"/>
              <a:gd name="adj2" fmla="val 178411"/>
            </a:avLst>
          </a:prstGeom>
          <a:noFill/>
          <a:ln w="19050" cap="flat" cmpd="sng">
            <a:solidFill>
              <a:schemeClr val="dk1"/>
            </a:solidFill>
            <a:prstDash val="dash"/>
            <a:round/>
            <a:headEnd type="oval" w="med" len="med"/>
            <a:tailEnd type="none" w="med" len="med"/>
          </a:ln>
        </p:spPr>
      </p:cxnSp>
      <p:cxnSp>
        <p:nvCxnSpPr>
          <p:cNvPr id="6358" name="Google Shape;6358;p61"/>
          <p:cNvCxnSpPr>
            <a:cxnSpLocks/>
            <a:stCxn id="6350" idx="1"/>
            <a:endCxn id="6354" idx="0"/>
          </p:cNvCxnSpPr>
          <p:nvPr/>
        </p:nvCxnSpPr>
        <p:spPr>
          <a:xfrm rot="10800000">
            <a:off x="5496900" y="1656588"/>
            <a:ext cx="1243009" cy="352922"/>
          </a:xfrm>
          <a:prstGeom prst="curvedConnector4">
            <a:avLst>
              <a:gd name="adj1" fmla="val 30650"/>
              <a:gd name="adj2" fmla="val 164774"/>
            </a:avLst>
          </a:prstGeom>
          <a:noFill/>
          <a:ln w="19050" cap="flat" cmpd="sng">
            <a:solidFill>
              <a:schemeClr val="dk1"/>
            </a:solidFill>
            <a:prstDash val="dash"/>
            <a:round/>
            <a:headEnd type="oval" w="med" len="med"/>
            <a:tailEnd type="none" w="med" len="med"/>
          </a:ln>
        </p:spPr>
      </p:cxnSp>
      <p:cxnSp>
        <p:nvCxnSpPr>
          <p:cNvPr id="6359" name="Google Shape;6359;p61"/>
          <p:cNvCxnSpPr>
            <a:cxnSpLocks/>
            <a:stCxn id="6351" idx="3"/>
            <a:endCxn id="6355" idx="1"/>
          </p:cNvCxnSpPr>
          <p:nvPr/>
        </p:nvCxnSpPr>
        <p:spPr>
          <a:xfrm flipV="1">
            <a:off x="2587749" y="3872638"/>
            <a:ext cx="656300" cy="366360"/>
          </a:xfrm>
          <a:prstGeom prst="curvedConnector3">
            <a:avLst>
              <a:gd name="adj1" fmla="val 50000"/>
            </a:avLst>
          </a:prstGeom>
          <a:noFill/>
          <a:ln w="19050" cap="flat" cmpd="sng">
            <a:solidFill>
              <a:schemeClr val="dk1"/>
            </a:solidFill>
            <a:prstDash val="dash"/>
            <a:round/>
            <a:headEnd type="oval" w="med" len="med"/>
            <a:tailEnd type="none" w="med" len="med"/>
          </a:ln>
        </p:spPr>
      </p:cxnSp>
      <p:cxnSp>
        <p:nvCxnSpPr>
          <p:cNvPr id="6360" name="Google Shape;6360;p61"/>
          <p:cNvCxnSpPr>
            <a:cxnSpLocks/>
            <a:stCxn id="6352" idx="1"/>
            <a:endCxn id="6356" idx="3"/>
          </p:cNvCxnSpPr>
          <p:nvPr/>
        </p:nvCxnSpPr>
        <p:spPr>
          <a:xfrm rot="10800000" flipV="1">
            <a:off x="5977950" y="3491968"/>
            <a:ext cx="761959" cy="380669"/>
          </a:xfrm>
          <a:prstGeom prst="curvedConnector3">
            <a:avLst>
              <a:gd name="adj1" fmla="val 50000"/>
            </a:avLst>
          </a:prstGeom>
          <a:noFill/>
          <a:ln w="19050" cap="flat" cmpd="sng">
            <a:solidFill>
              <a:schemeClr val="dk1"/>
            </a:solidFill>
            <a:prstDash val="dash"/>
            <a:round/>
            <a:headEnd type="oval" w="med" len="med"/>
            <a:tailEnd type="none" w="med" len="med"/>
          </a:ln>
        </p:spPr>
      </p:cxnSp>
      <p:cxnSp>
        <p:nvCxnSpPr>
          <p:cNvPr id="6361" name="Google Shape;6361;p61"/>
          <p:cNvCxnSpPr>
            <a:stCxn id="6353" idx="3"/>
            <a:endCxn id="6354" idx="1"/>
          </p:cNvCxnSpPr>
          <p:nvPr/>
        </p:nvCxnSpPr>
        <p:spPr>
          <a:xfrm>
            <a:off x="4206149" y="2137638"/>
            <a:ext cx="809700" cy="600"/>
          </a:xfrm>
          <a:prstGeom prst="curvedConnector3">
            <a:avLst>
              <a:gd name="adj1" fmla="val 50000"/>
            </a:avLst>
          </a:prstGeom>
          <a:noFill/>
          <a:ln w="19050" cap="flat" cmpd="sng">
            <a:solidFill>
              <a:schemeClr val="dk1"/>
            </a:solidFill>
            <a:prstDash val="solid"/>
            <a:round/>
            <a:headEnd type="none" w="med" len="med"/>
            <a:tailEnd type="none" w="med" len="med"/>
          </a:ln>
        </p:spPr>
      </p:cxnSp>
      <p:cxnSp>
        <p:nvCxnSpPr>
          <p:cNvPr id="6362" name="Google Shape;6362;p61"/>
          <p:cNvCxnSpPr>
            <a:stCxn id="6354" idx="2"/>
            <a:endCxn id="6356" idx="0"/>
          </p:cNvCxnSpPr>
          <p:nvPr/>
        </p:nvCxnSpPr>
        <p:spPr>
          <a:xfrm rot="-5400000" flipH="1">
            <a:off x="5110799" y="3004788"/>
            <a:ext cx="772800" cy="600"/>
          </a:xfrm>
          <a:prstGeom prst="curvedConnector3">
            <a:avLst>
              <a:gd name="adj1" fmla="val 50006"/>
            </a:avLst>
          </a:prstGeom>
          <a:noFill/>
          <a:ln w="19050" cap="flat" cmpd="sng">
            <a:solidFill>
              <a:schemeClr val="dk1"/>
            </a:solidFill>
            <a:prstDash val="solid"/>
            <a:round/>
            <a:headEnd type="none" w="med" len="med"/>
            <a:tailEnd type="none" w="med" len="med"/>
          </a:ln>
        </p:spPr>
      </p:cxnSp>
      <p:cxnSp>
        <p:nvCxnSpPr>
          <p:cNvPr id="6363" name="Google Shape;6363;p61"/>
          <p:cNvCxnSpPr>
            <a:stCxn id="6356" idx="1"/>
            <a:endCxn id="6355" idx="3"/>
          </p:cNvCxnSpPr>
          <p:nvPr/>
        </p:nvCxnSpPr>
        <p:spPr>
          <a:xfrm flipH="1">
            <a:off x="4206149" y="3872638"/>
            <a:ext cx="809700" cy="600"/>
          </a:xfrm>
          <a:prstGeom prst="curvedConnector3">
            <a:avLst>
              <a:gd name="adj1" fmla="val 50000"/>
            </a:avLst>
          </a:prstGeom>
          <a:noFill/>
          <a:ln w="19050" cap="flat" cmpd="sng">
            <a:solidFill>
              <a:schemeClr val="dk1"/>
            </a:solidFill>
            <a:prstDash val="solid"/>
            <a:round/>
            <a:headEnd type="none" w="med" len="med"/>
            <a:tailEnd type="none" w="med" len="med"/>
          </a:ln>
        </p:spPr>
      </p:cxnSp>
      <p:cxnSp>
        <p:nvCxnSpPr>
          <p:cNvPr id="6364" name="Google Shape;6364;p61"/>
          <p:cNvCxnSpPr>
            <a:stCxn id="6355" idx="0"/>
            <a:endCxn id="6353" idx="2"/>
          </p:cNvCxnSpPr>
          <p:nvPr/>
        </p:nvCxnSpPr>
        <p:spPr>
          <a:xfrm rot="-5400000">
            <a:off x="3338999" y="3004888"/>
            <a:ext cx="772800" cy="600"/>
          </a:xfrm>
          <a:prstGeom prst="curvedConnector3">
            <a:avLst>
              <a:gd name="adj1" fmla="val 50006"/>
            </a:avLst>
          </a:prstGeom>
          <a:noFill/>
          <a:ln w="19050" cap="flat" cmpd="sng">
            <a:solidFill>
              <a:schemeClr val="dk1"/>
            </a:solidFill>
            <a:prstDash val="solid"/>
            <a:round/>
            <a:headEnd type="none" w="med" len="med"/>
            <a:tailEnd type="none" w="med" len="med"/>
          </a:ln>
        </p:spPr>
      </p:cxnSp>
      <p:sp>
        <p:nvSpPr>
          <p:cNvPr id="4" name="TextBox 3">
            <a:extLst>
              <a:ext uri="{FF2B5EF4-FFF2-40B4-BE49-F238E27FC236}">
                <a16:creationId xmlns:a16="http://schemas.microsoft.com/office/drawing/2014/main" id="{29C3EE57-B9B1-4AB4-0E34-D04500F226AF}"/>
              </a:ext>
            </a:extLst>
          </p:cNvPr>
          <p:cNvSpPr txBox="1"/>
          <p:nvPr/>
        </p:nvSpPr>
        <p:spPr>
          <a:xfrm>
            <a:off x="3343909" y="494467"/>
            <a:ext cx="2534180" cy="646331"/>
          </a:xfrm>
          <a:prstGeom prst="rect">
            <a:avLst/>
          </a:prstGeom>
          <a:solidFill>
            <a:schemeClr val="tx1">
              <a:lumMod val="10000"/>
              <a:lumOff val="90000"/>
              <a:alpha val="47000"/>
            </a:schemeClr>
          </a:solidFill>
        </p:spPr>
        <p:txBody>
          <a:bodyPr wrap="square" rtlCol="0">
            <a:spAutoFit/>
          </a:bodyPr>
          <a:lstStyle/>
          <a:p>
            <a:pPr algn="ctr"/>
            <a:r>
              <a:rPr lang="en-GB" sz="3600" dirty="0">
                <a:solidFill>
                  <a:schemeClr val="tx1"/>
                </a:solidFill>
                <a:latin typeface="Bebas Neue" panose="020B0606020202050201" pitchFamily="34" charset="0"/>
              </a:rPr>
              <a:t>ALGORITHMS</a:t>
            </a:r>
          </a:p>
        </p:txBody>
      </p:sp>
    </p:spTree>
    <p:extLst>
      <p:ext uri="{BB962C8B-B14F-4D97-AF65-F5344CB8AC3E}">
        <p14:creationId xmlns:p14="http://schemas.microsoft.com/office/powerpoint/2010/main" val="3670925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43"/>
        <p:cNvGrpSpPr/>
        <p:nvPr/>
      </p:nvGrpSpPr>
      <p:grpSpPr>
        <a:xfrm>
          <a:off x="0" y="0"/>
          <a:ext cx="0" cy="0"/>
          <a:chOff x="0" y="0"/>
          <a:chExt cx="0" cy="0"/>
        </a:xfrm>
      </p:grpSpPr>
      <p:sp>
        <p:nvSpPr>
          <p:cNvPr id="6349" name="Google Shape;6349;p61"/>
          <p:cNvSpPr txBox="1"/>
          <p:nvPr/>
        </p:nvSpPr>
        <p:spPr>
          <a:xfrm>
            <a:off x="306561" y="2242381"/>
            <a:ext cx="2127788" cy="1525325"/>
          </a:xfrm>
          <a:prstGeom prst="rect">
            <a:avLst/>
          </a:prstGeom>
          <a:noFill/>
          <a:ln>
            <a:noFill/>
          </a:ln>
        </p:spPr>
        <p:txBody>
          <a:bodyPr spcFirstLastPara="1" wrap="square" lIns="91425" tIns="91425" rIns="91425" bIns="91425" anchor="b" anchorCtr="0">
            <a:noAutofit/>
          </a:bodyPr>
          <a:lstStyle/>
          <a:p>
            <a:pPr algn="ctr">
              <a:lnSpc>
                <a:spcPct val="115000"/>
              </a:lnSpc>
            </a:pPr>
            <a:r>
              <a:rPr lang="en-US" sz="2400" dirty="0">
                <a:solidFill>
                  <a:schemeClr val="dk1"/>
                </a:solidFill>
                <a:latin typeface="Bebas Neue"/>
              </a:rPr>
              <a:t>Search Passenger Algorithm</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lvl="0" indent="0" algn="l" rtl="0">
              <a:lnSpc>
                <a:spcPct val="115000"/>
              </a:lnSpc>
              <a:spcBef>
                <a:spcPts val="0"/>
              </a:spcBef>
              <a:spcAft>
                <a:spcPts val="0"/>
              </a:spcAft>
              <a:buNone/>
            </a:pPr>
            <a:endParaRPr sz="2400" dirty="0">
              <a:solidFill>
                <a:schemeClr val="dk1"/>
              </a:solidFill>
              <a:latin typeface="Bebas Neue"/>
              <a:ea typeface="Bebas Neue"/>
              <a:cs typeface="Bebas Neue"/>
              <a:sym typeface="Bebas Neue"/>
            </a:endParaRPr>
          </a:p>
        </p:txBody>
      </p:sp>
      <p:sp>
        <p:nvSpPr>
          <p:cNvPr id="6350" name="Google Shape;6350;p61"/>
          <p:cNvSpPr txBox="1"/>
          <p:nvPr/>
        </p:nvSpPr>
        <p:spPr>
          <a:xfrm>
            <a:off x="6867148" y="1093363"/>
            <a:ext cx="2102675" cy="1525325"/>
          </a:xfrm>
          <a:prstGeom prst="rect">
            <a:avLst/>
          </a:prstGeom>
          <a:noFill/>
          <a:ln>
            <a:noFill/>
          </a:ln>
        </p:spPr>
        <p:txBody>
          <a:bodyPr spcFirstLastPara="1" wrap="square" lIns="91425" tIns="91425" rIns="91425" bIns="91425" anchor="b" anchorCtr="0">
            <a:noAutofit/>
          </a:bodyPr>
          <a:lstStyle/>
          <a:p>
            <a:pPr marL="0" marR="0">
              <a:lnSpc>
                <a:spcPct val="107000"/>
              </a:lnSpc>
              <a:spcBef>
                <a:spcPts val="0"/>
              </a:spcBef>
              <a:spcAft>
                <a:spcPts val="800"/>
              </a:spcAft>
            </a:pPr>
            <a:r>
              <a:rPr lang="en-US" sz="2400" dirty="0">
                <a:solidFill>
                  <a:schemeClr val="dk1"/>
                </a:solidFill>
                <a:latin typeface="Bebas Neue"/>
              </a:rPr>
              <a:t>Upgrade/Degrade Ticket Algorithm</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352" name="Google Shape;6352;p61"/>
          <p:cNvSpPr txBox="1"/>
          <p:nvPr/>
        </p:nvSpPr>
        <p:spPr>
          <a:xfrm>
            <a:off x="6409387" y="3299650"/>
            <a:ext cx="2428052" cy="1899302"/>
          </a:xfrm>
          <a:prstGeom prst="rect">
            <a:avLst/>
          </a:prstGeom>
          <a:noFill/>
          <a:ln>
            <a:noFill/>
          </a:ln>
        </p:spPr>
        <p:txBody>
          <a:bodyPr spcFirstLastPara="1" wrap="square" lIns="91425" tIns="91425" rIns="91425" bIns="91425" anchor="b" anchorCtr="0">
            <a:noAutofit/>
          </a:bodyPr>
          <a:lstStyle/>
          <a:p>
            <a:pPr algn="ctr">
              <a:lnSpc>
                <a:spcPct val="115000"/>
              </a:lnSpc>
            </a:pPr>
            <a:r>
              <a:rPr lang="en-US" sz="2400" dirty="0">
                <a:solidFill>
                  <a:schemeClr val="dk1"/>
                </a:solidFill>
                <a:latin typeface="Bebas Neue"/>
              </a:rPr>
              <a:t>Display All Passengers Algorithm</a:t>
            </a:r>
            <a:endParaRPr lang="en-US" sz="2400" dirty="0">
              <a:solidFill>
                <a:schemeClr val="dk1"/>
              </a:solidFill>
              <a:latin typeface="Bebas Neue"/>
              <a:sym typeface="Bebas Neue"/>
            </a:endParaRPr>
          </a:p>
          <a:p>
            <a:pPr marL="0" lvl="0" indent="0" algn="r" rtl="0">
              <a:lnSpc>
                <a:spcPct val="115000"/>
              </a:lnSpc>
              <a:spcBef>
                <a:spcPts val="0"/>
              </a:spcBef>
              <a:spcAft>
                <a:spcPts val="0"/>
              </a:spcAft>
              <a:buNone/>
            </a:pPr>
            <a:endParaRPr sz="2400" dirty="0">
              <a:solidFill>
                <a:schemeClr val="dk1"/>
              </a:solidFill>
              <a:latin typeface="Bebas Neue"/>
              <a:ea typeface="Bebas Neue"/>
              <a:cs typeface="Bebas Neue"/>
              <a:sym typeface="Bebas Neue"/>
            </a:endParaRPr>
          </a:p>
        </p:txBody>
      </p:sp>
      <p:sp>
        <p:nvSpPr>
          <p:cNvPr id="6353" name="Google Shape;6353;p61"/>
          <p:cNvSpPr/>
          <p:nvPr/>
        </p:nvSpPr>
        <p:spPr>
          <a:xfrm>
            <a:off x="3244049" y="1656588"/>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dirty="0">
                <a:solidFill>
                  <a:schemeClr val="dk1"/>
                </a:solidFill>
                <a:latin typeface="Bebas Neue"/>
                <a:ea typeface="Bebas Neue"/>
                <a:cs typeface="Bebas Neue"/>
                <a:sym typeface="Bebas Neue"/>
              </a:rPr>
              <a:t>05</a:t>
            </a:r>
            <a:endParaRPr sz="3500" dirty="0">
              <a:solidFill>
                <a:schemeClr val="dk1"/>
              </a:solidFill>
              <a:latin typeface="Bebas Neue"/>
              <a:ea typeface="Bebas Neue"/>
              <a:cs typeface="Bebas Neue"/>
              <a:sym typeface="Bebas Neue"/>
            </a:endParaRPr>
          </a:p>
        </p:txBody>
      </p:sp>
      <p:sp>
        <p:nvSpPr>
          <p:cNvPr id="6354" name="Google Shape;6354;p61"/>
          <p:cNvSpPr/>
          <p:nvPr/>
        </p:nvSpPr>
        <p:spPr>
          <a:xfrm>
            <a:off x="5015849" y="1656588"/>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dirty="0">
                <a:solidFill>
                  <a:schemeClr val="dk1"/>
                </a:solidFill>
                <a:latin typeface="Bebas Neue"/>
                <a:ea typeface="Bebas Neue"/>
                <a:cs typeface="Bebas Neue"/>
                <a:sym typeface="Bebas Neue"/>
              </a:rPr>
              <a:t>06</a:t>
            </a:r>
            <a:endParaRPr sz="3500" dirty="0">
              <a:solidFill>
                <a:schemeClr val="dk1"/>
              </a:solidFill>
              <a:latin typeface="Bebas Neue"/>
              <a:ea typeface="Bebas Neue"/>
              <a:cs typeface="Bebas Neue"/>
              <a:sym typeface="Bebas Neue"/>
            </a:endParaRPr>
          </a:p>
        </p:txBody>
      </p:sp>
      <p:sp>
        <p:nvSpPr>
          <p:cNvPr id="6356" name="Google Shape;6356;p61"/>
          <p:cNvSpPr/>
          <p:nvPr/>
        </p:nvSpPr>
        <p:spPr>
          <a:xfrm>
            <a:off x="5015849" y="3391588"/>
            <a:ext cx="962100" cy="962100"/>
          </a:xfrm>
          <a:prstGeom prst="rect">
            <a:avLst/>
          </a:prstGeom>
          <a:solidFill>
            <a:srgbClr val="FFFFFF">
              <a:alpha val="3459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dirty="0">
                <a:solidFill>
                  <a:schemeClr val="dk1"/>
                </a:solidFill>
                <a:latin typeface="Bebas Neue"/>
                <a:ea typeface="Bebas Neue"/>
                <a:cs typeface="Bebas Neue"/>
                <a:sym typeface="Bebas Neue"/>
              </a:rPr>
              <a:t>07</a:t>
            </a:r>
            <a:endParaRPr sz="3500" dirty="0">
              <a:solidFill>
                <a:schemeClr val="dk1"/>
              </a:solidFill>
              <a:latin typeface="Bebas Neue"/>
              <a:ea typeface="Bebas Neue"/>
              <a:cs typeface="Bebas Neue"/>
              <a:sym typeface="Bebas Neue"/>
            </a:endParaRPr>
          </a:p>
        </p:txBody>
      </p:sp>
      <p:cxnSp>
        <p:nvCxnSpPr>
          <p:cNvPr id="6357" name="Google Shape;6357;p61"/>
          <p:cNvCxnSpPr>
            <a:cxnSpLocks/>
            <a:stCxn id="6349" idx="3"/>
            <a:endCxn id="6353" idx="0"/>
          </p:cNvCxnSpPr>
          <p:nvPr/>
        </p:nvCxnSpPr>
        <p:spPr>
          <a:xfrm flipV="1">
            <a:off x="2434349" y="1656588"/>
            <a:ext cx="1290750" cy="1348456"/>
          </a:xfrm>
          <a:prstGeom prst="curvedConnector4">
            <a:avLst>
              <a:gd name="adj1" fmla="val 31365"/>
              <a:gd name="adj2" fmla="val 116953"/>
            </a:avLst>
          </a:prstGeom>
          <a:noFill/>
          <a:ln w="19050" cap="flat" cmpd="sng">
            <a:solidFill>
              <a:schemeClr val="dk1"/>
            </a:solidFill>
            <a:prstDash val="dash"/>
            <a:round/>
            <a:headEnd type="oval" w="med" len="med"/>
            <a:tailEnd type="none" w="med" len="med"/>
          </a:ln>
        </p:spPr>
      </p:cxnSp>
      <p:cxnSp>
        <p:nvCxnSpPr>
          <p:cNvPr id="6358" name="Google Shape;6358;p61"/>
          <p:cNvCxnSpPr>
            <a:cxnSpLocks/>
            <a:stCxn id="6350" idx="1"/>
            <a:endCxn id="6354" idx="0"/>
          </p:cNvCxnSpPr>
          <p:nvPr/>
        </p:nvCxnSpPr>
        <p:spPr>
          <a:xfrm rot="10800000">
            <a:off x="5496900" y="1656588"/>
            <a:ext cx="1370249" cy="199438"/>
          </a:xfrm>
          <a:prstGeom prst="curvedConnector4">
            <a:avLst>
              <a:gd name="adj1" fmla="val 32447"/>
              <a:gd name="adj2" fmla="val 214622"/>
            </a:avLst>
          </a:prstGeom>
          <a:noFill/>
          <a:ln w="19050" cap="flat" cmpd="sng">
            <a:solidFill>
              <a:schemeClr val="dk1"/>
            </a:solidFill>
            <a:prstDash val="dash"/>
            <a:round/>
            <a:headEnd type="oval" w="med" len="med"/>
            <a:tailEnd type="none" w="med" len="med"/>
          </a:ln>
        </p:spPr>
      </p:cxnSp>
      <p:cxnSp>
        <p:nvCxnSpPr>
          <p:cNvPr id="6360" name="Google Shape;6360;p61"/>
          <p:cNvCxnSpPr>
            <a:cxnSpLocks/>
            <a:stCxn id="6352" idx="1"/>
            <a:endCxn id="6356" idx="3"/>
          </p:cNvCxnSpPr>
          <p:nvPr/>
        </p:nvCxnSpPr>
        <p:spPr>
          <a:xfrm rot="10800000">
            <a:off x="5977949" y="3872639"/>
            <a:ext cx="431438" cy="376663"/>
          </a:xfrm>
          <a:prstGeom prst="curvedConnector3">
            <a:avLst>
              <a:gd name="adj1" fmla="val 50000"/>
            </a:avLst>
          </a:prstGeom>
          <a:noFill/>
          <a:ln w="19050" cap="flat" cmpd="sng">
            <a:solidFill>
              <a:schemeClr val="dk1"/>
            </a:solidFill>
            <a:prstDash val="dash"/>
            <a:round/>
            <a:headEnd type="oval" w="med" len="med"/>
            <a:tailEnd type="none" w="med" len="med"/>
          </a:ln>
        </p:spPr>
      </p:cxnSp>
      <p:cxnSp>
        <p:nvCxnSpPr>
          <p:cNvPr id="6361" name="Google Shape;6361;p61"/>
          <p:cNvCxnSpPr>
            <a:stCxn id="6353" idx="3"/>
            <a:endCxn id="6354" idx="1"/>
          </p:cNvCxnSpPr>
          <p:nvPr/>
        </p:nvCxnSpPr>
        <p:spPr>
          <a:xfrm>
            <a:off x="4206149" y="2137638"/>
            <a:ext cx="809700" cy="600"/>
          </a:xfrm>
          <a:prstGeom prst="curvedConnector3">
            <a:avLst>
              <a:gd name="adj1" fmla="val 50000"/>
            </a:avLst>
          </a:prstGeom>
          <a:noFill/>
          <a:ln w="19050" cap="flat" cmpd="sng">
            <a:solidFill>
              <a:schemeClr val="dk1"/>
            </a:solidFill>
            <a:prstDash val="solid"/>
            <a:round/>
            <a:headEnd type="none" w="med" len="med"/>
            <a:tailEnd type="none" w="med" len="med"/>
          </a:ln>
        </p:spPr>
      </p:cxnSp>
      <p:cxnSp>
        <p:nvCxnSpPr>
          <p:cNvPr id="6362" name="Google Shape;6362;p61"/>
          <p:cNvCxnSpPr>
            <a:stCxn id="6354" idx="2"/>
            <a:endCxn id="6356" idx="0"/>
          </p:cNvCxnSpPr>
          <p:nvPr/>
        </p:nvCxnSpPr>
        <p:spPr>
          <a:xfrm rot="-5400000" flipH="1">
            <a:off x="5110799" y="3004788"/>
            <a:ext cx="772800" cy="600"/>
          </a:xfrm>
          <a:prstGeom prst="curvedConnector3">
            <a:avLst>
              <a:gd name="adj1" fmla="val 50006"/>
            </a:avLst>
          </a:prstGeom>
          <a:noFill/>
          <a:ln w="19050" cap="flat" cmpd="sng">
            <a:solidFill>
              <a:schemeClr val="dk1"/>
            </a:solidFill>
            <a:prstDash val="solid"/>
            <a:round/>
            <a:headEnd type="none" w="med" len="med"/>
            <a:tailEnd type="none" w="med" len="med"/>
          </a:ln>
        </p:spPr>
      </p:cxnSp>
      <p:cxnSp>
        <p:nvCxnSpPr>
          <p:cNvPr id="6363" name="Google Shape;6363;p61"/>
          <p:cNvCxnSpPr>
            <a:cxnSpLocks/>
            <a:stCxn id="6356" idx="1"/>
            <a:endCxn id="6353" idx="2"/>
          </p:cNvCxnSpPr>
          <p:nvPr/>
        </p:nvCxnSpPr>
        <p:spPr>
          <a:xfrm rot="10800000">
            <a:off x="3725099" y="2618688"/>
            <a:ext cx="1290750" cy="1253950"/>
          </a:xfrm>
          <a:prstGeom prst="curvedConnector2">
            <a:avLst/>
          </a:prstGeom>
          <a:noFill/>
          <a:ln w="19050" cap="flat" cmpd="sng">
            <a:solidFill>
              <a:schemeClr val="dk1"/>
            </a:solidFill>
            <a:prstDash val="solid"/>
            <a:round/>
            <a:headEnd type="none" w="med" len="med"/>
            <a:tailEnd type="none" w="med" len="med"/>
          </a:ln>
        </p:spPr>
      </p:cxnSp>
      <p:sp>
        <p:nvSpPr>
          <p:cNvPr id="4" name="TextBox 3">
            <a:extLst>
              <a:ext uri="{FF2B5EF4-FFF2-40B4-BE49-F238E27FC236}">
                <a16:creationId xmlns:a16="http://schemas.microsoft.com/office/drawing/2014/main" id="{702F8829-10B6-6FF9-A9D1-9D2F70025340}"/>
              </a:ext>
            </a:extLst>
          </p:cNvPr>
          <p:cNvSpPr txBox="1"/>
          <p:nvPr/>
        </p:nvSpPr>
        <p:spPr>
          <a:xfrm>
            <a:off x="3343909" y="494467"/>
            <a:ext cx="2534180" cy="646331"/>
          </a:xfrm>
          <a:prstGeom prst="rect">
            <a:avLst/>
          </a:prstGeom>
          <a:solidFill>
            <a:schemeClr val="tx1">
              <a:lumMod val="10000"/>
              <a:lumOff val="90000"/>
              <a:alpha val="47000"/>
            </a:schemeClr>
          </a:solidFill>
        </p:spPr>
        <p:txBody>
          <a:bodyPr wrap="square" rtlCol="0">
            <a:spAutoFit/>
          </a:bodyPr>
          <a:lstStyle/>
          <a:p>
            <a:pPr algn="ctr"/>
            <a:r>
              <a:rPr lang="en-GB" sz="3600" dirty="0">
                <a:solidFill>
                  <a:schemeClr val="tx1"/>
                </a:solidFill>
                <a:latin typeface="Bebas Neue" panose="020B0606020202050201" pitchFamily="34" charset="0"/>
              </a:rPr>
              <a:t>ALGORITHMS</a:t>
            </a:r>
          </a:p>
        </p:txBody>
      </p:sp>
    </p:spTree>
    <p:extLst>
      <p:ext uri="{BB962C8B-B14F-4D97-AF65-F5344CB8AC3E}">
        <p14:creationId xmlns:p14="http://schemas.microsoft.com/office/powerpoint/2010/main" val="3737927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68"/>
        <p:cNvGrpSpPr/>
        <p:nvPr/>
      </p:nvGrpSpPr>
      <p:grpSpPr>
        <a:xfrm>
          <a:off x="0" y="0"/>
          <a:ext cx="0" cy="0"/>
          <a:chOff x="0" y="0"/>
          <a:chExt cx="0" cy="0"/>
        </a:xfrm>
      </p:grpSpPr>
      <p:sp>
        <p:nvSpPr>
          <p:cNvPr id="3" name="Subtitle 2">
            <a:extLst>
              <a:ext uri="{FF2B5EF4-FFF2-40B4-BE49-F238E27FC236}">
                <a16:creationId xmlns:a16="http://schemas.microsoft.com/office/drawing/2014/main" id="{67A82E58-AB95-9E7C-9F44-1AFF1FB08E31}"/>
              </a:ext>
            </a:extLst>
          </p:cNvPr>
          <p:cNvSpPr>
            <a:spLocks noGrp="1"/>
          </p:cNvSpPr>
          <p:nvPr>
            <p:ph type="subTitle" idx="2"/>
          </p:nvPr>
        </p:nvSpPr>
        <p:spPr>
          <a:xfrm>
            <a:off x="777150" y="1428491"/>
            <a:ext cx="7033350" cy="2286518"/>
          </a:xfrm>
        </p:spPr>
        <p:txBody>
          <a:bodyPr/>
          <a:lstStyle/>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The program uses a menu-driven approach to interact with the user, allowing them to choose between being a flight passenger or a flight manager.</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Nested menu structures are employed for passenger and manager services.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10" name="Subtitle 2">
            <a:extLst>
              <a:ext uri="{FF2B5EF4-FFF2-40B4-BE49-F238E27FC236}">
                <a16:creationId xmlns:a16="http://schemas.microsoft.com/office/drawing/2014/main" id="{1F069367-A814-2ED6-9A95-097B058EC67F}"/>
              </a:ext>
            </a:extLst>
          </p:cNvPr>
          <p:cNvSpPr txBox="1">
            <a:spLocks/>
          </p:cNvSpPr>
          <p:nvPr/>
        </p:nvSpPr>
        <p:spPr>
          <a:xfrm>
            <a:off x="2110650" y="2956900"/>
            <a:ext cx="7033350" cy="22865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1pPr>
            <a:lvl2pPr marL="914400" marR="0" lvl="1"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2pPr>
            <a:lvl3pPr marL="1371600" marR="0" lvl="2"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3pPr>
            <a:lvl4pPr marL="1828800" marR="0" lvl="3"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4pPr>
            <a:lvl5pPr marL="2286000" marR="0" lvl="4"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5pPr>
            <a:lvl6pPr marL="2743200" marR="0" lvl="5"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6pPr>
            <a:lvl7pPr marL="3200400" marR="0" lvl="6"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7pPr>
            <a:lvl8pPr marL="3657600" marR="0" lvl="7"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8pPr>
            <a:lvl9pPr marL="4114800" marR="0" lvl="8"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9pPr>
          </a:lstStyle>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Main Menu:</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1-Flight Passenger:</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Accesses the passenger menu.</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2-Flight Manager:</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Accesses the manager menu</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3-Exit:</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Exits the program.</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5" name="TextBox 4">
            <a:extLst>
              <a:ext uri="{FF2B5EF4-FFF2-40B4-BE49-F238E27FC236}">
                <a16:creationId xmlns:a16="http://schemas.microsoft.com/office/drawing/2014/main" id="{819CDC26-DD77-EF37-1307-456458CF5D00}"/>
              </a:ext>
            </a:extLst>
          </p:cNvPr>
          <p:cNvSpPr txBox="1"/>
          <p:nvPr/>
        </p:nvSpPr>
        <p:spPr>
          <a:xfrm>
            <a:off x="5862277" y="597494"/>
            <a:ext cx="2534180" cy="830997"/>
          </a:xfrm>
          <a:prstGeom prst="rect">
            <a:avLst/>
          </a:prstGeom>
          <a:solidFill>
            <a:schemeClr val="tx1">
              <a:lumMod val="10000"/>
              <a:lumOff val="90000"/>
              <a:alpha val="47000"/>
            </a:schemeClr>
          </a:solidFill>
        </p:spPr>
        <p:txBody>
          <a:bodyPr wrap="square" rtlCol="0">
            <a:spAutoFit/>
          </a:bodyPr>
          <a:lstStyle/>
          <a:p>
            <a:pPr algn="ctr"/>
            <a:r>
              <a:rPr lang="en-GB" sz="4800" dirty="0">
                <a:solidFill>
                  <a:schemeClr val="tx1"/>
                </a:solidFill>
                <a:latin typeface="Bebas Neue" panose="020B0606020202050201" pitchFamily="34" charset="0"/>
              </a:rPr>
              <a:t>ALGORITHMS</a:t>
            </a:r>
          </a:p>
        </p:txBody>
      </p:sp>
    </p:spTree>
    <p:extLst>
      <p:ext uri="{BB962C8B-B14F-4D97-AF65-F5344CB8AC3E}">
        <p14:creationId xmlns:p14="http://schemas.microsoft.com/office/powerpoint/2010/main" val="1452618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68"/>
        <p:cNvGrpSpPr/>
        <p:nvPr/>
      </p:nvGrpSpPr>
      <p:grpSpPr>
        <a:xfrm>
          <a:off x="0" y="0"/>
          <a:ext cx="0" cy="0"/>
          <a:chOff x="0" y="0"/>
          <a:chExt cx="0" cy="0"/>
        </a:xfrm>
      </p:grpSpPr>
      <p:sp>
        <p:nvSpPr>
          <p:cNvPr id="6" name="Google Shape;4870;p45">
            <a:extLst>
              <a:ext uri="{FF2B5EF4-FFF2-40B4-BE49-F238E27FC236}">
                <a16:creationId xmlns:a16="http://schemas.microsoft.com/office/drawing/2014/main" id="{AC1735F5-AD24-7983-40A7-B77CF0379993}"/>
              </a:ext>
            </a:extLst>
          </p:cNvPr>
          <p:cNvSpPr txBox="1">
            <a:spLocks/>
          </p:cNvSpPr>
          <p:nvPr/>
        </p:nvSpPr>
        <p:spPr>
          <a:xfrm>
            <a:off x="483825" y="816635"/>
            <a:ext cx="8176350" cy="24571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1pPr>
            <a:lvl2pPr marL="914400" marR="0" lvl="1"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2pPr>
            <a:lvl3pPr marL="1371600" marR="0" lvl="2"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3pPr>
            <a:lvl4pPr marL="1828800" marR="0" lvl="3"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4pPr>
            <a:lvl5pPr marL="2286000" marR="0" lvl="4"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5pPr>
            <a:lvl6pPr marL="2743200" marR="0" lvl="5"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6pPr>
            <a:lvl7pPr marL="3200400" marR="0" lvl="6"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7pPr>
            <a:lvl8pPr marL="3657600" marR="0" lvl="7"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8pPr>
            <a:lvl9pPr marL="4114800" marR="0" lvl="8"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9pPr>
          </a:lstStyle>
          <a:p>
            <a:pPr marL="0" algn="l">
              <a:lnSpc>
                <a:spcPct val="107000"/>
              </a:lnSpc>
              <a:spcAft>
                <a:spcPts val="800"/>
              </a:spcAft>
              <a:buFont typeface="Arial" panose="020B0604020202020204" pitchFamily="34" charset="0"/>
              <a:buChar char="•"/>
            </a:pPr>
            <a:r>
              <a:rPr lang="en-US" sz="1800" b="1" kern="100" dirty="0">
                <a:latin typeface="Times New Roman" panose="02020603050405020304" pitchFamily="18" charset="0"/>
                <a:ea typeface="Calibri" panose="020F0502020204030204" pitchFamily="34" charset="0"/>
                <a:cs typeface="Arial" panose="020B0604020202020204" pitchFamily="34" charset="0"/>
              </a:rPr>
              <a:t>Passenger Service Algorithm:</a:t>
            </a:r>
            <a:endParaRPr lang="en-US" sz="1800" b="1" kern="100" dirty="0">
              <a:latin typeface="Calibri" panose="020F0502020204030204" pitchFamily="34" charset="0"/>
              <a:ea typeface="Calibri" panose="020F0502020204030204" pitchFamily="34" charset="0"/>
              <a:cs typeface="Arial" panose="020B0604020202020204" pitchFamily="34" charset="0"/>
            </a:endParaRPr>
          </a:p>
          <a:p>
            <a:pPr marL="0" algn="l">
              <a:lnSpc>
                <a:spcPct val="107000"/>
              </a:lnSpc>
              <a:spcAft>
                <a:spcPts val="800"/>
              </a:spcAft>
            </a:pPr>
            <a:r>
              <a:rPr lang="en-US" sz="1800" kern="100" dirty="0">
                <a:latin typeface="Times New Roman" panose="02020603050405020304" pitchFamily="18" charset="0"/>
                <a:ea typeface="Calibri" panose="020F0502020204030204" pitchFamily="34" charset="0"/>
                <a:cs typeface="Arial" panose="020B0604020202020204" pitchFamily="34" charset="0"/>
              </a:rPr>
              <a:t> The PassengerService function handles the passenger-related operations based on the user's choice (Purchase a ticket, Upgrade/Degrade a ticket, Display passenger information).</a:t>
            </a:r>
            <a:endParaRPr lang="en-US" sz="1800" kern="100" dirty="0">
              <a:latin typeface="Calibri" panose="020F0502020204030204" pitchFamily="34" charset="0"/>
              <a:ea typeface="Calibri" panose="020F0502020204030204" pitchFamily="34" charset="0"/>
              <a:cs typeface="Arial" panose="020B0604020202020204" pitchFamily="34" charset="0"/>
            </a:endParaRPr>
          </a:p>
          <a:p>
            <a:pPr marL="0" algn="l">
              <a:lnSpc>
                <a:spcPct val="107000"/>
              </a:lnSpc>
              <a:spcAft>
                <a:spcPts val="800"/>
              </a:spcAft>
            </a:pPr>
            <a:r>
              <a:rPr lang="en-US" sz="1800" kern="100" dirty="0">
                <a:latin typeface="Times New Roman" panose="02020603050405020304" pitchFamily="18" charset="0"/>
                <a:ea typeface="Calibri" panose="020F0502020204030204" pitchFamily="34" charset="0"/>
                <a:cs typeface="Arial" panose="020B0604020202020204" pitchFamily="34" charset="0"/>
              </a:rPr>
              <a:t>Specific functions (PurchaseATicket, UpgradeOrDegradeTicket, DisplayPassengerDetails) are called based on the user's choice.</a:t>
            </a:r>
            <a:endParaRPr lang="en-US" sz="1800" kern="100" dirty="0">
              <a:latin typeface="Calibri" panose="020F0502020204030204" pitchFamily="34" charset="0"/>
              <a:ea typeface="Calibri" panose="020F0502020204030204" pitchFamily="34" charset="0"/>
              <a:cs typeface="Arial" panose="020B0604020202020204" pitchFamily="34" charset="0"/>
            </a:endParaRPr>
          </a:p>
          <a:p>
            <a:pPr marL="0" indent="0"/>
            <a:endParaRPr lang="en-US" dirty="0"/>
          </a:p>
        </p:txBody>
      </p:sp>
      <p:sp>
        <p:nvSpPr>
          <p:cNvPr id="9" name="Google Shape;4870;p45">
            <a:extLst>
              <a:ext uri="{FF2B5EF4-FFF2-40B4-BE49-F238E27FC236}">
                <a16:creationId xmlns:a16="http://schemas.microsoft.com/office/drawing/2014/main" id="{8A782AFD-8E9F-7CF5-147B-8A7C6D66CB94}"/>
              </a:ext>
            </a:extLst>
          </p:cNvPr>
          <p:cNvSpPr txBox="1">
            <a:spLocks/>
          </p:cNvSpPr>
          <p:nvPr/>
        </p:nvSpPr>
        <p:spPr>
          <a:xfrm>
            <a:off x="483825" y="2789636"/>
            <a:ext cx="8176350" cy="21136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1pPr>
            <a:lvl2pPr marL="914400" marR="0" lvl="1"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2pPr>
            <a:lvl3pPr marL="1371600" marR="0" lvl="2"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3pPr>
            <a:lvl4pPr marL="1828800" marR="0" lvl="3"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4pPr>
            <a:lvl5pPr marL="2286000" marR="0" lvl="4"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5pPr>
            <a:lvl6pPr marL="2743200" marR="0" lvl="5"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6pPr>
            <a:lvl7pPr marL="3200400" marR="0" lvl="6"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7pPr>
            <a:lvl8pPr marL="3657600" marR="0" lvl="7"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8pPr>
            <a:lvl9pPr marL="4114800" marR="0" lvl="8"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9pPr>
          </a:lstStyle>
          <a:p>
            <a:pPr marL="25400" indent="-342900" algn="l">
              <a:lnSpc>
                <a:spcPct val="107000"/>
              </a:lnSpc>
              <a:spcAft>
                <a:spcPts val="800"/>
              </a:spcAft>
              <a:buFont typeface="Arial" panose="020B0604020202020204" pitchFamily="34" charset="0"/>
              <a:buChar char="•"/>
            </a:pPr>
            <a:r>
              <a:rPr lang="en-US" sz="1800" b="1" kern="100" dirty="0">
                <a:latin typeface="Times New Roman" panose="02020603050405020304" pitchFamily="18" charset="0"/>
                <a:ea typeface="Calibri" panose="020F0502020204030204" pitchFamily="34" charset="0"/>
                <a:cs typeface="Arial" panose="020B0604020202020204" pitchFamily="34" charset="0"/>
              </a:rPr>
              <a:t>Manager Service Algorithm:</a:t>
            </a:r>
            <a:endParaRPr lang="en-US" sz="1800" b="1" kern="100" dirty="0">
              <a:latin typeface="Calibri" panose="020F0502020204030204" pitchFamily="34" charset="0"/>
              <a:ea typeface="Calibri" panose="020F0502020204030204" pitchFamily="34" charset="0"/>
              <a:cs typeface="Arial" panose="020B0604020202020204" pitchFamily="34" charset="0"/>
            </a:endParaRPr>
          </a:p>
          <a:p>
            <a:pPr marL="0" algn="l">
              <a:lnSpc>
                <a:spcPct val="107000"/>
              </a:lnSpc>
              <a:spcAft>
                <a:spcPts val="800"/>
              </a:spcAft>
            </a:pPr>
            <a:r>
              <a:rPr lang="en-US" sz="1800" kern="100" dirty="0">
                <a:latin typeface="Times New Roman" panose="02020603050405020304" pitchFamily="18" charset="0"/>
                <a:ea typeface="Calibri" panose="020F0502020204030204" pitchFamily="34" charset="0"/>
                <a:cs typeface="Arial" panose="020B0604020202020204" pitchFamily="34" charset="0"/>
              </a:rPr>
              <a:t>The ManagerService function handles the manager-related operations based on the user's choice (Search passenger by number, Search passenger by name, Display all passengers).</a:t>
            </a:r>
            <a:endParaRPr lang="en-US" sz="1800" kern="100" dirty="0">
              <a:latin typeface="Calibri" panose="020F0502020204030204" pitchFamily="34" charset="0"/>
              <a:ea typeface="Calibri" panose="020F0502020204030204" pitchFamily="34" charset="0"/>
              <a:cs typeface="Arial" panose="020B0604020202020204" pitchFamily="34" charset="0"/>
            </a:endParaRPr>
          </a:p>
          <a:p>
            <a:pPr marL="0" algn="l">
              <a:lnSpc>
                <a:spcPct val="107000"/>
              </a:lnSpc>
              <a:spcAft>
                <a:spcPts val="800"/>
              </a:spcAft>
            </a:pPr>
            <a:r>
              <a:rPr lang="en-US" sz="1800" kern="100" dirty="0">
                <a:latin typeface="Times New Roman" panose="02020603050405020304" pitchFamily="18" charset="0"/>
                <a:ea typeface="Calibri" panose="020F0502020204030204" pitchFamily="34" charset="0"/>
                <a:cs typeface="Arial" panose="020B0604020202020204" pitchFamily="34" charset="0"/>
              </a:rPr>
              <a:t>Specific functions (SearchPassengerByNumber, SearchPassengerByName, displayAllPassengers) are called based on the user's choice.</a:t>
            </a:r>
            <a:endParaRPr lang="en-US" sz="1800" kern="100" dirty="0">
              <a:latin typeface="Calibri" panose="020F0502020204030204" pitchFamily="34" charset="0"/>
              <a:ea typeface="Calibri" panose="020F0502020204030204" pitchFamily="34" charset="0"/>
              <a:cs typeface="Arial" panose="020B0604020202020204" pitchFamily="34" charset="0"/>
            </a:endParaRPr>
          </a:p>
          <a:p>
            <a:pPr marL="0" indent="0"/>
            <a:endParaRPr lang="en-US" dirty="0"/>
          </a:p>
        </p:txBody>
      </p:sp>
      <p:sp>
        <p:nvSpPr>
          <p:cNvPr id="4" name="TextBox 3">
            <a:extLst>
              <a:ext uri="{FF2B5EF4-FFF2-40B4-BE49-F238E27FC236}">
                <a16:creationId xmlns:a16="http://schemas.microsoft.com/office/drawing/2014/main" id="{C6A1ACE7-1980-4B22-4128-2DF3A05DBC67}"/>
              </a:ext>
            </a:extLst>
          </p:cNvPr>
          <p:cNvSpPr txBox="1"/>
          <p:nvPr/>
        </p:nvSpPr>
        <p:spPr>
          <a:xfrm>
            <a:off x="3304910" y="240261"/>
            <a:ext cx="2534180" cy="646331"/>
          </a:xfrm>
          <a:prstGeom prst="rect">
            <a:avLst/>
          </a:prstGeom>
          <a:solidFill>
            <a:schemeClr val="tx1">
              <a:lumMod val="10000"/>
              <a:lumOff val="90000"/>
              <a:alpha val="47000"/>
            </a:schemeClr>
          </a:solidFill>
        </p:spPr>
        <p:txBody>
          <a:bodyPr wrap="square" rtlCol="0">
            <a:spAutoFit/>
          </a:bodyPr>
          <a:lstStyle/>
          <a:p>
            <a:pPr algn="ctr"/>
            <a:r>
              <a:rPr lang="en-GB" sz="3600" dirty="0">
                <a:solidFill>
                  <a:schemeClr val="tx1"/>
                </a:solidFill>
                <a:latin typeface="Bebas Neue" panose="020B0606020202050201" pitchFamily="34" charset="0"/>
              </a:rPr>
              <a:t>ALGORITHMS</a:t>
            </a:r>
          </a:p>
        </p:txBody>
      </p:sp>
    </p:spTree>
    <p:extLst>
      <p:ext uri="{BB962C8B-B14F-4D97-AF65-F5344CB8AC3E}">
        <p14:creationId xmlns:p14="http://schemas.microsoft.com/office/powerpoint/2010/main" val="1888183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68"/>
        <p:cNvGrpSpPr/>
        <p:nvPr/>
      </p:nvGrpSpPr>
      <p:grpSpPr>
        <a:xfrm>
          <a:off x="0" y="0"/>
          <a:ext cx="0" cy="0"/>
          <a:chOff x="0" y="0"/>
          <a:chExt cx="0" cy="0"/>
        </a:xfrm>
      </p:grpSpPr>
      <p:sp>
        <p:nvSpPr>
          <p:cNvPr id="4" name="Google Shape;4870;p45">
            <a:extLst>
              <a:ext uri="{FF2B5EF4-FFF2-40B4-BE49-F238E27FC236}">
                <a16:creationId xmlns:a16="http://schemas.microsoft.com/office/drawing/2014/main" id="{E4F8579C-AD5E-2193-E04F-CCAA31EC73E3}"/>
              </a:ext>
            </a:extLst>
          </p:cNvPr>
          <p:cNvSpPr txBox="1">
            <a:spLocks noGrp="1"/>
          </p:cNvSpPr>
          <p:nvPr>
            <p:ph type="subTitle" idx="1"/>
          </p:nvPr>
        </p:nvSpPr>
        <p:spPr>
          <a:xfrm>
            <a:off x="483825" y="816635"/>
            <a:ext cx="8176350" cy="2457103"/>
          </a:xfrm>
          <a:prstGeom prst="rect">
            <a:avLst/>
          </a:prstGeom>
        </p:spPr>
        <p:txBody>
          <a:bodyPr spcFirstLastPara="1" wrap="square" lIns="91425" tIns="91425" rIns="91425" bIns="91425" anchor="t" anchorCtr="0">
            <a:noAutofit/>
          </a:bodyPr>
          <a:lstStyle/>
          <a:p>
            <a:pPr marL="0" marR="0" algn="l">
              <a:lnSpc>
                <a:spcPct val="107000"/>
              </a:lnSpc>
              <a:spcBef>
                <a:spcPts val="0"/>
              </a:spcBef>
              <a:spcAft>
                <a:spcPts val="800"/>
              </a:spcAft>
              <a:buFont typeface="Arial" panose="020B0604020202020204" pitchFamily="34" charset="0"/>
              <a:buChar char="•"/>
            </a:pPr>
            <a:r>
              <a:rPr lang="en-US" sz="1800" b="1" kern="100" dirty="0">
                <a:effectLst/>
                <a:latin typeface="Times New Roman" panose="02020603050405020304" pitchFamily="18" charset="0"/>
                <a:ea typeface="Calibri" panose="020F0502020204030204" pitchFamily="34" charset="0"/>
                <a:cs typeface="Arial" panose="020B0604020202020204" pitchFamily="34" charset="0"/>
              </a:rPr>
              <a:t>Passenger Purchase Ticket Algorithm:</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The PurchaseATicket function allows a passenger to enter their details, including ID, name, passport number, phone number, address, ticket number, and ticket degree.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It validates the entered ID to ensure uniqueness, and based on user input, assigns a ticket degree to the passenger.</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lvl="0" indent="0" algn="r" rtl="0">
              <a:spcBef>
                <a:spcPts val="0"/>
              </a:spcBef>
              <a:spcAft>
                <a:spcPts val="0"/>
              </a:spcAft>
              <a:buNone/>
            </a:pPr>
            <a:endParaRPr dirty="0"/>
          </a:p>
        </p:txBody>
      </p:sp>
      <p:sp>
        <p:nvSpPr>
          <p:cNvPr id="7" name="Google Shape;4870;p45">
            <a:extLst>
              <a:ext uri="{FF2B5EF4-FFF2-40B4-BE49-F238E27FC236}">
                <a16:creationId xmlns:a16="http://schemas.microsoft.com/office/drawing/2014/main" id="{60808A76-2D9B-2D95-0C94-6B12A7A03BBC}"/>
              </a:ext>
            </a:extLst>
          </p:cNvPr>
          <p:cNvSpPr txBox="1">
            <a:spLocks/>
          </p:cNvSpPr>
          <p:nvPr/>
        </p:nvSpPr>
        <p:spPr>
          <a:xfrm>
            <a:off x="483825" y="2702585"/>
            <a:ext cx="8176350" cy="24571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1pPr>
            <a:lvl2pPr marL="914400" marR="0" lvl="1"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2pPr>
            <a:lvl3pPr marL="1371600" marR="0" lvl="2"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3pPr>
            <a:lvl4pPr marL="1828800" marR="0" lvl="3"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4pPr>
            <a:lvl5pPr marL="2286000" marR="0" lvl="4"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5pPr>
            <a:lvl6pPr marL="2743200" marR="0" lvl="5"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6pPr>
            <a:lvl7pPr marL="3200400" marR="0" lvl="6"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7pPr>
            <a:lvl8pPr marL="3657600" marR="0" lvl="7"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8pPr>
            <a:lvl9pPr marL="4114800" marR="0" lvl="8"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9pPr>
          </a:lstStyle>
          <a:p>
            <a:pPr marL="25400" indent="-342900" algn="l">
              <a:lnSpc>
                <a:spcPct val="107000"/>
              </a:lnSpc>
              <a:spcAft>
                <a:spcPts val="800"/>
              </a:spcAft>
              <a:buFont typeface="Arial" panose="020B0604020202020204" pitchFamily="34" charset="0"/>
              <a:buChar char="•"/>
            </a:pPr>
            <a:r>
              <a:rPr lang="en-US" sz="1800" b="1" dirty="0">
                <a:effectLst/>
                <a:latin typeface="Times New Roman" panose="02020603050405020304" pitchFamily="18" charset="0"/>
                <a:ea typeface="Calibri" panose="020F0502020204030204" pitchFamily="34" charset="0"/>
              </a:rPr>
              <a:t>Display Passenger Details Algorithm :</a:t>
            </a:r>
            <a:endParaRPr lang="en-US" sz="1800" b="1" kern="100" dirty="0">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Display Passenger Details Algorithm:</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The DisplayPassengerDetails function prompts the user to enter their ID and searches the linked list for the corresponding passenger.</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If found, it displays the details of that passenger.</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endParaRPr lang="en-US" dirty="0"/>
          </a:p>
        </p:txBody>
      </p:sp>
      <p:sp>
        <p:nvSpPr>
          <p:cNvPr id="5" name="TextBox 4">
            <a:extLst>
              <a:ext uri="{FF2B5EF4-FFF2-40B4-BE49-F238E27FC236}">
                <a16:creationId xmlns:a16="http://schemas.microsoft.com/office/drawing/2014/main" id="{2194BFE5-0655-6185-5680-2DD7C9AA0CAA}"/>
              </a:ext>
            </a:extLst>
          </p:cNvPr>
          <p:cNvSpPr txBox="1"/>
          <p:nvPr/>
        </p:nvSpPr>
        <p:spPr>
          <a:xfrm>
            <a:off x="3343909" y="208223"/>
            <a:ext cx="2534180" cy="646331"/>
          </a:xfrm>
          <a:prstGeom prst="rect">
            <a:avLst/>
          </a:prstGeom>
          <a:solidFill>
            <a:schemeClr val="tx1">
              <a:lumMod val="10000"/>
              <a:lumOff val="90000"/>
              <a:alpha val="47000"/>
            </a:schemeClr>
          </a:solidFill>
        </p:spPr>
        <p:txBody>
          <a:bodyPr wrap="square" rtlCol="0">
            <a:spAutoFit/>
          </a:bodyPr>
          <a:lstStyle/>
          <a:p>
            <a:pPr algn="ctr"/>
            <a:r>
              <a:rPr lang="en-GB" sz="3600" dirty="0">
                <a:solidFill>
                  <a:schemeClr val="tx1"/>
                </a:solidFill>
                <a:latin typeface="Bebas Neue" panose="020B0606020202050201" pitchFamily="34" charset="0"/>
              </a:rPr>
              <a:t>ALGORITHMS</a:t>
            </a:r>
          </a:p>
        </p:txBody>
      </p:sp>
    </p:spTree>
    <p:extLst>
      <p:ext uri="{BB962C8B-B14F-4D97-AF65-F5344CB8AC3E}">
        <p14:creationId xmlns:p14="http://schemas.microsoft.com/office/powerpoint/2010/main" val="2389569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68"/>
        <p:cNvGrpSpPr/>
        <p:nvPr/>
      </p:nvGrpSpPr>
      <p:grpSpPr>
        <a:xfrm>
          <a:off x="0" y="0"/>
          <a:ext cx="0" cy="0"/>
          <a:chOff x="0" y="0"/>
          <a:chExt cx="0" cy="0"/>
        </a:xfrm>
      </p:grpSpPr>
      <p:sp>
        <p:nvSpPr>
          <p:cNvPr id="4870" name="Google Shape;4870;p45"/>
          <p:cNvSpPr txBox="1">
            <a:spLocks noGrp="1"/>
          </p:cNvSpPr>
          <p:nvPr>
            <p:ph type="subTitle" idx="1"/>
          </p:nvPr>
        </p:nvSpPr>
        <p:spPr>
          <a:xfrm>
            <a:off x="483825" y="531232"/>
            <a:ext cx="8176350" cy="2457103"/>
          </a:xfrm>
          <a:prstGeom prst="rect">
            <a:avLst/>
          </a:prstGeom>
        </p:spPr>
        <p:txBody>
          <a:bodyPr spcFirstLastPara="1" wrap="square" lIns="91425" tIns="91425" rIns="91425" bIns="91425" anchor="t" anchorCtr="0">
            <a:noAutofit/>
          </a:bodyPr>
          <a:lstStyle/>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buFont typeface="Arial" panose="020B0604020202020204" pitchFamily="34" charset="0"/>
              <a:buChar char="•"/>
            </a:pPr>
            <a:r>
              <a:rPr lang="en-US" sz="1800" b="1" kern="100" dirty="0">
                <a:effectLst/>
                <a:latin typeface="Times New Roman" panose="02020603050405020304" pitchFamily="18" charset="0"/>
                <a:ea typeface="Calibri" panose="020F0502020204030204" pitchFamily="34" charset="0"/>
                <a:cs typeface="Arial" panose="020B0604020202020204" pitchFamily="34" charset="0"/>
              </a:rPr>
              <a:t>Search Passenger Algorithm:</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Both SearchPassengerByNumber and SearchPassengerByName functions search for a passenger based on the entered ID or name, respectively.</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They traverse the linked list and display the details if a match is found.</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lvl="0" indent="0" algn="r" rtl="0">
              <a:spcBef>
                <a:spcPts val="0"/>
              </a:spcBef>
              <a:spcAft>
                <a:spcPts val="0"/>
              </a:spcAft>
              <a:buNone/>
            </a:pPr>
            <a:endParaRPr dirty="0"/>
          </a:p>
        </p:txBody>
      </p:sp>
      <p:sp>
        <p:nvSpPr>
          <p:cNvPr id="3" name="Google Shape;4870;p45">
            <a:extLst>
              <a:ext uri="{FF2B5EF4-FFF2-40B4-BE49-F238E27FC236}">
                <a16:creationId xmlns:a16="http://schemas.microsoft.com/office/drawing/2014/main" id="{5B01549C-967D-8919-5B22-9872183035FF}"/>
              </a:ext>
            </a:extLst>
          </p:cNvPr>
          <p:cNvSpPr txBox="1">
            <a:spLocks/>
          </p:cNvSpPr>
          <p:nvPr/>
        </p:nvSpPr>
        <p:spPr>
          <a:xfrm>
            <a:off x="483825" y="2571750"/>
            <a:ext cx="8176350" cy="18628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1pPr>
            <a:lvl2pPr marL="914400" marR="0" lvl="1"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2pPr>
            <a:lvl3pPr marL="1371600" marR="0" lvl="2"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3pPr>
            <a:lvl4pPr marL="1828800" marR="0" lvl="3"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4pPr>
            <a:lvl5pPr marL="2286000" marR="0" lvl="4"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5pPr>
            <a:lvl6pPr marL="2743200" marR="0" lvl="5"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6pPr>
            <a:lvl7pPr marL="3200400" marR="0" lvl="6"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7pPr>
            <a:lvl8pPr marL="3657600" marR="0" lvl="7"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8pPr>
            <a:lvl9pPr marL="4114800" marR="0" lvl="8"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9pPr>
          </a:lstStyle>
          <a:p>
            <a:pPr marL="0" marR="0" algn="l">
              <a:lnSpc>
                <a:spcPct val="107000"/>
              </a:lnSpc>
              <a:spcBef>
                <a:spcPts val="0"/>
              </a:spcBef>
              <a:spcAft>
                <a:spcPts val="800"/>
              </a:spcAft>
              <a:buFont typeface="Arial" panose="020B0604020202020204" pitchFamily="34" charset="0"/>
              <a:buChar char="•"/>
            </a:pPr>
            <a:r>
              <a:rPr lang="en-US" sz="1800" b="1" kern="100" dirty="0">
                <a:effectLst/>
                <a:latin typeface="Times New Roman" panose="02020603050405020304" pitchFamily="18" charset="0"/>
                <a:ea typeface="Calibri" panose="020F0502020204030204" pitchFamily="34" charset="0"/>
                <a:cs typeface="Arial" panose="020B0604020202020204" pitchFamily="34" charset="0"/>
              </a:rPr>
              <a:t>Upgrade/Degrade Ticket Algorithm:</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The UpgradeOrDegradeTicket function allows a manager to upgrade or degrade a passenger's ticket degree.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It displays the current ticket degree and prompts the manager to choose a new degree.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endParaRPr lang="en-US" dirty="0"/>
          </a:p>
        </p:txBody>
      </p:sp>
      <p:sp>
        <p:nvSpPr>
          <p:cNvPr id="5" name="TextBox 4">
            <a:extLst>
              <a:ext uri="{FF2B5EF4-FFF2-40B4-BE49-F238E27FC236}">
                <a16:creationId xmlns:a16="http://schemas.microsoft.com/office/drawing/2014/main" id="{652E3E47-5A14-5418-E29D-73930DD9EDEA}"/>
              </a:ext>
            </a:extLst>
          </p:cNvPr>
          <p:cNvSpPr txBox="1"/>
          <p:nvPr/>
        </p:nvSpPr>
        <p:spPr>
          <a:xfrm>
            <a:off x="3343909" y="311587"/>
            <a:ext cx="2534180" cy="646331"/>
          </a:xfrm>
          <a:prstGeom prst="rect">
            <a:avLst/>
          </a:prstGeom>
          <a:solidFill>
            <a:schemeClr val="tx1">
              <a:lumMod val="10000"/>
              <a:lumOff val="90000"/>
              <a:alpha val="47000"/>
            </a:schemeClr>
          </a:solidFill>
        </p:spPr>
        <p:txBody>
          <a:bodyPr wrap="square" rtlCol="0">
            <a:spAutoFit/>
          </a:bodyPr>
          <a:lstStyle/>
          <a:p>
            <a:pPr algn="ctr"/>
            <a:r>
              <a:rPr lang="en-GB" sz="3600" dirty="0">
                <a:solidFill>
                  <a:schemeClr val="tx1"/>
                </a:solidFill>
                <a:latin typeface="Bebas Neue" panose="020B0606020202050201" pitchFamily="34" charset="0"/>
              </a:rPr>
              <a:t>ALGORITHMS</a:t>
            </a:r>
          </a:p>
        </p:txBody>
      </p:sp>
    </p:spTree>
    <p:extLst>
      <p:ext uri="{BB962C8B-B14F-4D97-AF65-F5344CB8AC3E}">
        <p14:creationId xmlns:p14="http://schemas.microsoft.com/office/powerpoint/2010/main" val="3066428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68"/>
        <p:cNvGrpSpPr/>
        <p:nvPr/>
      </p:nvGrpSpPr>
      <p:grpSpPr>
        <a:xfrm>
          <a:off x="0" y="0"/>
          <a:ext cx="0" cy="0"/>
          <a:chOff x="0" y="0"/>
          <a:chExt cx="0" cy="0"/>
        </a:xfrm>
      </p:grpSpPr>
      <p:sp>
        <p:nvSpPr>
          <p:cNvPr id="4870" name="Google Shape;4870;p45"/>
          <p:cNvSpPr txBox="1">
            <a:spLocks noGrp="1"/>
          </p:cNvSpPr>
          <p:nvPr>
            <p:ph type="subTitle" idx="1"/>
          </p:nvPr>
        </p:nvSpPr>
        <p:spPr>
          <a:xfrm>
            <a:off x="483825" y="1241415"/>
            <a:ext cx="8176350" cy="1330335"/>
          </a:xfrm>
          <a:prstGeom prst="rect">
            <a:avLst/>
          </a:prstGeom>
        </p:spPr>
        <p:txBody>
          <a:bodyPr spcFirstLastPara="1" wrap="square" lIns="91425" tIns="91425" rIns="91425" bIns="91425" anchor="t" anchorCtr="0">
            <a:noAutofit/>
          </a:bodyPr>
          <a:lstStyle/>
          <a:p>
            <a:pPr marL="0" marR="0" algn="l">
              <a:lnSpc>
                <a:spcPct val="107000"/>
              </a:lnSpc>
              <a:spcBef>
                <a:spcPts val="0"/>
              </a:spcBef>
              <a:spcAft>
                <a:spcPts val="800"/>
              </a:spcAft>
              <a:buFont typeface="Arial" panose="020B0604020202020204" pitchFamily="34" charset="0"/>
              <a:buChar char="•"/>
            </a:pPr>
            <a:r>
              <a:rPr lang="en-US" sz="1800" b="1" kern="100" dirty="0">
                <a:effectLst/>
                <a:latin typeface="Times New Roman" panose="02020603050405020304" pitchFamily="18" charset="0"/>
                <a:ea typeface="Calibri" panose="020F0502020204030204" pitchFamily="34" charset="0"/>
                <a:cs typeface="Arial" panose="020B0604020202020204" pitchFamily="34" charset="0"/>
              </a:rPr>
              <a:t>Display All Passengers Algorithm:</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The displayAllPassengers function traverses the linked list and displays details for all passengers.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lvl="0" indent="0" algn="r" rtl="0">
              <a:spcBef>
                <a:spcPts val="0"/>
              </a:spcBef>
              <a:spcAft>
                <a:spcPts val="0"/>
              </a:spcAft>
              <a:buNone/>
            </a:pPr>
            <a:endParaRPr dirty="0"/>
          </a:p>
        </p:txBody>
      </p:sp>
      <p:sp>
        <p:nvSpPr>
          <p:cNvPr id="2" name="Google Shape;4870;p45">
            <a:extLst>
              <a:ext uri="{FF2B5EF4-FFF2-40B4-BE49-F238E27FC236}">
                <a16:creationId xmlns:a16="http://schemas.microsoft.com/office/drawing/2014/main" id="{F24C54CD-5FF4-C236-0A32-BF229444CF31}"/>
              </a:ext>
            </a:extLst>
          </p:cNvPr>
          <p:cNvSpPr txBox="1">
            <a:spLocks/>
          </p:cNvSpPr>
          <p:nvPr/>
        </p:nvSpPr>
        <p:spPr>
          <a:xfrm>
            <a:off x="483825" y="2331362"/>
            <a:ext cx="8176350" cy="13303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1pPr>
            <a:lvl2pPr marL="914400" marR="0" lvl="1"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2pPr>
            <a:lvl3pPr marL="1371600" marR="0" lvl="2"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3pPr>
            <a:lvl4pPr marL="1828800" marR="0" lvl="3"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4pPr>
            <a:lvl5pPr marL="2286000" marR="0" lvl="4"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5pPr>
            <a:lvl6pPr marL="2743200" marR="0" lvl="5"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6pPr>
            <a:lvl7pPr marL="3200400" marR="0" lvl="6"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7pPr>
            <a:lvl8pPr marL="3657600" marR="0" lvl="7"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8pPr>
            <a:lvl9pPr marL="4114800" marR="0" lvl="8" indent="-317500" algn="ctr" rtl="0">
              <a:lnSpc>
                <a:spcPct val="100000"/>
              </a:lnSpc>
              <a:spcBef>
                <a:spcPts val="0"/>
              </a:spcBef>
              <a:spcAft>
                <a:spcPts val="0"/>
              </a:spcAft>
              <a:buClr>
                <a:schemeClr val="dk1"/>
              </a:buClr>
              <a:buSzPts val="1400"/>
              <a:buFont typeface="Lexend Deca"/>
              <a:buNone/>
              <a:defRPr sz="1400" b="0" i="0" u="none" strike="noStrike" cap="none">
                <a:solidFill>
                  <a:schemeClr val="dk1"/>
                </a:solidFill>
                <a:latin typeface="Lexend Deca"/>
                <a:ea typeface="Lexend Deca"/>
                <a:cs typeface="Lexend Deca"/>
                <a:sym typeface="Lexend Deca"/>
              </a:defRPr>
            </a:lvl9pPr>
          </a:lstStyle>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buFont typeface="Arial" panose="020B0604020202020204" pitchFamily="34" charset="0"/>
              <a:buChar char="•"/>
            </a:pPr>
            <a:r>
              <a:rPr lang="en-US" sz="1800" b="1" kern="100" dirty="0">
                <a:effectLst/>
                <a:latin typeface="Times New Roman" panose="02020603050405020304" pitchFamily="18" charset="0"/>
                <a:ea typeface="Calibri" panose="020F0502020204030204" pitchFamily="34" charset="0"/>
                <a:cs typeface="Arial" panose="020B0604020202020204" pitchFamily="34" charset="0"/>
              </a:rPr>
              <a:t>ID_Validation:</a:t>
            </a:r>
            <a:endParaRPr lang="en-US" sz="18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Arial" panose="020B0604020202020204" pitchFamily="34" charset="0"/>
              </a:rPr>
              <a:t>Validates if a given Id already exists in the system</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endParaRPr lang="en-US" dirty="0"/>
          </a:p>
        </p:txBody>
      </p:sp>
      <p:sp>
        <p:nvSpPr>
          <p:cNvPr id="5" name="TextBox 4">
            <a:extLst>
              <a:ext uri="{FF2B5EF4-FFF2-40B4-BE49-F238E27FC236}">
                <a16:creationId xmlns:a16="http://schemas.microsoft.com/office/drawing/2014/main" id="{EB36CCAA-2FB5-2622-B6CE-0FC4A312AEE3}"/>
              </a:ext>
            </a:extLst>
          </p:cNvPr>
          <p:cNvSpPr txBox="1"/>
          <p:nvPr/>
        </p:nvSpPr>
        <p:spPr>
          <a:xfrm>
            <a:off x="3343909" y="311594"/>
            <a:ext cx="2534180" cy="646331"/>
          </a:xfrm>
          <a:prstGeom prst="rect">
            <a:avLst/>
          </a:prstGeom>
          <a:solidFill>
            <a:schemeClr val="tx1">
              <a:lumMod val="10000"/>
              <a:lumOff val="90000"/>
              <a:alpha val="47000"/>
            </a:schemeClr>
          </a:solidFill>
        </p:spPr>
        <p:txBody>
          <a:bodyPr wrap="square" rtlCol="0">
            <a:spAutoFit/>
          </a:bodyPr>
          <a:lstStyle/>
          <a:p>
            <a:pPr algn="ctr"/>
            <a:r>
              <a:rPr lang="en-GB" sz="3600" dirty="0">
                <a:solidFill>
                  <a:schemeClr val="tx1"/>
                </a:solidFill>
                <a:latin typeface="Bebas Neue" panose="020B0606020202050201" pitchFamily="34" charset="0"/>
              </a:rPr>
              <a:t>ALGORITHMS</a:t>
            </a:r>
          </a:p>
        </p:txBody>
      </p:sp>
    </p:spTree>
    <p:extLst>
      <p:ext uri="{BB962C8B-B14F-4D97-AF65-F5344CB8AC3E}">
        <p14:creationId xmlns:p14="http://schemas.microsoft.com/office/powerpoint/2010/main" val="1409662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66"/>
        <p:cNvGrpSpPr/>
        <p:nvPr/>
      </p:nvGrpSpPr>
      <p:grpSpPr>
        <a:xfrm>
          <a:off x="0" y="0"/>
          <a:ext cx="0" cy="0"/>
          <a:chOff x="0" y="0"/>
          <a:chExt cx="0" cy="0"/>
        </a:xfrm>
      </p:grpSpPr>
      <p:sp>
        <p:nvSpPr>
          <p:cNvPr id="3967" name="Google Shape;3967;p40"/>
          <p:cNvSpPr txBox="1">
            <a:spLocks noGrp="1"/>
          </p:cNvSpPr>
          <p:nvPr>
            <p:ph type="title"/>
          </p:nvPr>
        </p:nvSpPr>
        <p:spPr>
          <a:xfrm>
            <a:off x="2977132" y="3497152"/>
            <a:ext cx="5453643"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Results and discussion</a:t>
            </a:r>
            <a:endParaRPr dirty="0"/>
          </a:p>
        </p:txBody>
      </p:sp>
      <p:sp>
        <p:nvSpPr>
          <p:cNvPr id="3968" name="Google Shape;3968;p40"/>
          <p:cNvSpPr txBox="1">
            <a:spLocks noGrp="1"/>
          </p:cNvSpPr>
          <p:nvPr>
            <p:ph type="title" idx="2"/>
          </p:nvPr>
        </p:nvSpPr>
        <p:spPr>
          <a:xfrm>
            <a:off x="7529875" y="2376450"/>
            <a:ext cx="90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grpSp>
        <p:nvGrpSpPr>
          <p:cNvPr id="3970" name="Google Shape;3970;p40"/>
          <p:cNvGrpSpPr/>
          <p:nvPr/>
        </p:nvGrpSpPr>
        <p:grpSpPr>
          <a:xfrm>
            <a:off x="4151753" y="1411443"/>
            <a:ext cx="1763602" cy="1672817"/>
            <a:chOff x="4138184" y="930105"/>
            <a:chExt cx="3959591" cy="3755764"/>
          </a:xfrm>
        </p:grpSpPr>
        <p:sp>
          <p:nvSpPr>
            <p:cNvPr id="3971" name="Google Shape;3971;p40"/>
            <p:cNvSpPr/>
            <p:nvPr/>
          </p:nvSpPr>
          <p:spPr>
            <a:xfrm>
              <a:off x="5909881" y="2233489"/>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2" name="Google Shape;3972;p40"/>
            <p:cNvGrpSpPr/>
            <p:nvPr/>
          </p:nvGrpSpPr>
          <p:grpSpPr>
            <a:xfrm>
              <a:off x="4138184" y="930105"/>
              <a:ext cx="3868174" cy="3755764"/>
              <a:chOff x="4138184" y="930105"/>
              <a:chExt cx="3868174" cy="3755764"/>
            </a:xfrm>
          </p:grpSpPr>
          <p:sp>
            <p:nvSpPr>
              <p:cNvPr id="3973" name="Google Shape;3973;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8" name="Google Shape;4108;p40"/>
          <p:cNvGrpSpPr/>
          <p:nvPr/>
        </p:nvGrpSpPr>
        <p:grpSpPr>
          <a:xfrm rot="-7355672">
            <a:off x="870850" y="88876"/>
            <a:ext cx="2053828" cy="1672589"/>
            <a:chOff x="3394530" y="930105"/>
            <a:chExt cx="4611828" cy="3755764"/>
          </a:xfrm>
        </p:grpSpPr>
        <p:sp>
          <p:nvSpPr>
            <p:cNvPr id="4109" name="Google Shape;4109;p40"/>
            <p:cNvSpPr/>
            <p:nvPr/>
          </p:nvSpPr>
          <p:spPr>
            <a:xfrm>
              <a:off x="3394530" y="121409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0" name="Google Shape;4110;p40"/>
            <p:cNvGrpSpPr/>
            <p:nvPr/>
          </p:nvGrpSpPr>
          <p:grpSpPr>
            <a:xfrm>
              <a:off x="4138184" y="930105"/>
              <a:ext cx="3868174" cy="3755764"/>
              <a:chOff x="4138184" y="930105"/>
              <a:chExt cx="3868174" cy="3755764"/>
            </a:xfrm>
          </p:grpSpPr>
          <p:sp>
            <p:nvSpPr>
              <p:cNvPr id="4111" name="Google Shape;4111;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46" name="Google Shape;4246;p40"/>
          <p:cNvSpPr/>
          <p:nvPr/>
        </p:nvSpPr>
        <p:spPr>
          <a:xfrm>
            <a:off x="2695575" y="577651"/>
            <a:ext cx="7524750" cy="852425"/>
          </a:xfrm>
          <a:custGeom>
            <a:avLst/>
            <a:gdLst/>
            <a:ahLst/>
            <a:cxnLst/>
            <a:rect l="l" t="t" r="r" b="b"/>
            <a:pathLst>
              <a:path w="300990" h="34097" extrusionOk="0">
                <a:moveTo>
                  <a:pt x="0" y="32520"/>
                </a:moveTo>
                <a:cubicBezTo>
                  <a:pt x="7924" y="35161"/>
                  <a:pt x="18859" y="34616"/>
                  <a:pt x="24765" y="28710"/>
                </a:cubicBezTo>
                <a:cubicBezTo>
                  <a:pt x="31243" y="22232"/>
                  <a:pt x="37345" y="15285"/>
                  <a:pt x="44577" y="9660"/>
                </a:cubicBezTo>
                <a:cubicBezTo>
                  <a:pt x="51934" y="3938"/>
                  <a:pt x="61556" y="578"/>
                  <a:pt x="70866" y="135"/>
                </a:cubicBezTo>
                <a:cubicBezTo>
                  <a:pt x="93542" y="-945"/>
                  <a:pt x="114127" y="15770"/>
                  <a:pt x="136779" y="17280"/>
                </a:cubicBezTo>
                <a:cubicBezTo>
                  <a:pt x="151596" y="18268"/>
                  <a:pt x="166931" y="14015"/>
                  <a:pt x="180213" y="7374"/>
                </a:cubicBezTo>
                <a:cubicBezTo>
                  <a:pt x="184785" y="5088"/>
                  <a:pt x="188887" y="1356"/>
                  <a:pt x="193929" y="516"/>
                </a:cubicBezTo>
                <a:cubicBezTo>
                  <a:pt x="209882" y="-2143"/>
                  <a:pt x="225483" y="7642"/>
                  <a:pt x="241173" y="11565"/>
                </a:cubicBezTo>
                <a:cubicBezTo>
                  <a:pt x="260630" y="16429"/>
                  <a:pt x="281089" y="15554"/>
                  <a:pt x="300990" y="18042"/>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4247" name="Google Shape;4247;p40"/>
          <p:cNvSpPr/>
          <p:nvPr/>
        </p:nvSpPr>
        <p:spPr>
          <a:xfrm>
            <a:off x="928277" y="2335969"/>
            <a:ext cx="3129375" cy="3560000"/>
          </a:xfrm>
          <a:custGeom>
            <a:avLst/>
            <a:gdLst/>
            <a:ahLst/>
            <a:cxnLst/>
            <a:rect l="l" t="t" r="r" b="b"/>
            <a:pathLst>
              <a:path w="125175" h="142400" extrusionOk="0">
                <a:moveTo>
                  <a:pt x="125175" y="12098"/>
                </a:moveTo>
                <a:cubicBezTo>
                  <a:pt x="108411" y="26068"/>
                  <a:pt x="79660" y="31892"/>
                  <a:pt x="60405" y="21623"/>
                </a:cubicBezTo>
                <a:cubicBezTo>
                  <a:pt x="54873" y="18673"/>
                  <a:pt x="57931" y="7034"/>
                  <a:pt x="62691" y="2954"/>
                </a:cubicBezTo>
                <a:cubicBezTo>
                  <a:pt x="67536" y="-1199"/>
                  <a:pt x="79371" y="-1066"/>
                  <a:pt x="81741" y="4859"/>
                </a:cubicBezTo>
                <a:cubicBezTo>
                  <a:pt x="84441" y="11609"/>
                  <a:pt x="78205" y="20786"/>
                  <a:pt x="71835" y="24290"/>
                </a:cubicBezTo>
                <a:cubicBezTo>
                  <a:pt x="65429" y="27813"/>
                  <a:pt x="57961" y="28946"/>
                  <a:pt x="50880" y="30767"/>
                </a:cubicBezTo>
                <a:cubicBezTo>
                  <a:pt x="36012" y="34590"/>
                  <a:pt x="17539" y="32866"/>
                  <a:pt x="6684" y="43721"/>
                </a:cubicBezTo>
                <a:cubicBezTo>
                  <a:pt x="1541" y="48864"/>
                  <a:pt x="-2432" y="59377"/>
                  <a:pt x="2112" y="65057"/>
                </a:cubicBezTo>
                <a:cubicBezTo>
                  <a:pt x="6988" y="71153"/>
                  <a:pt x="16706" y="70627"/>
                  <a:pt x="23829" y="73820"/>
                </a:cubicBezTo>
                <a:cubicBezTo>
                  <a:pt x="27143" y="75306"/>
                  <a:pt x="28734" y="79308"/>
                  <a:pt x="30306" y="82583"/>
                </a:cubicBezTo>
                <a:cubicBezTo>
                  <a:pt x="39052" y="100803"/>
                  <a:pt x="34691" y="128109"/>
                  <a:pt x="20400" y="142400"/>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Tree>
    <p:extLst>
      <p:ext uri="{BB962C8B-B14F-4D97-AF65-F5344CB8AC3E}">
        <p14:creationId xmlns:p14="http://schemas.microsoft.com/office/powerpoint/2010/main" val="1544635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sp>
        <p:nvSpPr>
          <p:cNvPr id="5386" name="Google Shape;5386;p50"/>
          <p:cNvSpPr txBox="1">
            <a:spLocks noGrp="1"/>
          </p:cNvSpPr>
          <p:nvPr>
            <p:ph type="subTitle" idx="1"/>
          </p:nvPr>
        </p:nvSpPr>
        <p:spPr>
          <a:xfrm>
            <a:off x="3906621" y="1057630"/>
            <a:ext cx="4618719" cy="843621"/>
          </a:xfrm>
          <a:prstGeom prst="rect">
            <a:avLst/>
          </a:prstGeom>
        </p:spPr>
        <p:txBody>
          <a:bodyPr spcFirstLastPara="1" wrap="square" lIns="91425" tIns="91425" rIns="91425" bIns="91425" anchor="b" anchorCtr="0">
            <a:noAutofit/>
          </a:bodyPr>
          <a:lstStyle/>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The first thing you will see is a menu that asks whether you are a flight passenger, a flight manager, or if you want to exit the program.</a:t>
            </a:r>
          </a:p>
        </p:txBody>
      </p:sp>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4" name="Picture 3">
            <a:extLst>
              <a:ext uri="{FF2B5EF4-FFF2-40B4-BE49-F238E27FC236}">
                <a16:creationId xmlns:a16="http://schemas.microsoft.com/office/drawing/2014/main" id="{EB1B2AED-F478-386D-0CD1-97ADE324CABA}"/>
              </a:ext>
            </a:extLst>
          </p:cNvPr>
          <p:cNvPicPr>
            <a:picLocks noChangeAspect="1"/>
          </p:cNvPicPr>
          <p:nvPr/>
        </p:nvPicPr>
        <p:blipFill rotWithShape="1">
          <a:blip r:embed="rId4">
            <a:extLst>
              <a:ext uri="{28A0092B-C50C-407E-A947-70E740481C1C}">
                <a14:useLocalDpi xmlns:a14="http://schemas.microsoft.com/office/drawing/2010/main" val="0"/>
              </a:ext>
            </a:extLst>
          </a:blip>
          <a:srcRect t="9058" r="9593" b="8497"/>
          <a:stretch/>
        </p:blipFill>
        <p:spPr bwMode="auto">
          <a:xfrm>
            <a:off x="3808560" y="3420453"/>
            <a:ext cx="5178796" cy="1298318"/>
          </a:xfrm>
          <a:prstGeom prst="rect">
            <a:avLst/>
          </a:prstGeom>
          <a:ln>
            <a:noFill/>
          </a:ln>
          <a:extLst>
            <a:ext uri="{53640926-AAD7-44D8-BBD7-CCE9431645EC}">
              <a14:shadowObscured xmlns:a14="http://schemas.microsoft.com/office/drawing/2010/main"/>
            </a:ext>
          </a:extLst>
        </p:spPr>
      </p:pic>
      <p:pic>
        <p:nvPicPr>
          <p:cNvPr id="3" name="Picture 2" descr="A computer code with black text&#10;&#10;Description automatically generated">
            <a:extLst>
              <a:ext uri="{FF2B5EF4-FFF2-40B4-BE49-F238E27FC236}">
                <a16:creationId xmlns:a16="http://schemas.microsoft.com/office/drawing/2014/main" id="{D080CA43-65C3-28F6-D649-CE76B355A731}"/>
              </a:ext>
            </a:extLst>
          </p:cNvPr>
          <p:cNvPicPr>
            <a:picLocks noChangeAspect="1"/>
          </p:cNvPicPr>
          <p:nvPr/>
        </p:nvPicPr>
        <p:blipFill>
          <a:blip r:embed="rId5"/>
          <a:stretch>
            <a:fillRect/>
          </a:stretch>
        </p:blipFill>
        <p:spPr>
          <a:xfrm>
            <a:off x="3830679" y="2169559"/>
            <a:ext cx="5126392" cy="1092339"/>
          </a:xfrm>
          <a:prstGeom prst="rect">
            <a:avLst/>
          </a:prstGeom>
          <a:ln w="28575">
            <a:solidFill>
              <a:schemeClr val="bg2">
                <a:lumMod val="20000"/>
                <a:lumOff val="80000"/>
              </a:schemeClr>
            </a:solidFill>
          </a:ln>
        </p:spPr>
      </p:pic>
      <p:sp>
        <p:nvSpPr>
          <p:cNvPr id="6" name="TextBox 5">
            <a:extLst>
              <a:ext uri="{FF2B5EF4-FFF2-40B4-BE49-F238E27FC236}">
                <a16:creationId xmlns:a16="http://schemas.microsoft.com/office/drawing/2014/main" id="{9C313258-7CD2-F19B-18C0-9A12E1CFABD9}"/>
              </a:ext>
            </a:extLst>
          </p:cNvPr>
          <p:cNvSpPr txBox="1"/>
          <p:nvPr/>
        </p:nvSpPr>
        <p:spPr>
          <a:xfrm>
            <a:off x="334658" y="536027"/>
            <a:ext cx="3211624" cy="584775"/>
          </a:xfrm>
          <a:prstGeom prst="rect">
            <a:avLst/>
          </a:prstGeom>
          <a:solidFill>
            <a:schemeClr val="tx1">
              <a:lumMod val="10000"/>
              <a:lumOff val="90000"/>
              <a:alpha val="47000"/>
            </a:schemeClr>
          </a:solidFill>
        </p:spPr>
        <p:txBody>
          <a:bodyPr wrap="square" rtlCol="0">
            <a:spAutoFit/>
          </a:bodyPr>
          <a:lstStyle/>
          <a:p>
            <a:pPr algn="ctr"/>
            <a:r>
              <a:rPr lang="en-GB" sz="3200" dirty="0">
                <a:solidFill>
                  <a:schemeClr val="bg1">
                    <a:lumMod val="25000"/>
                  </a:schemeClr>
                </a:solidFill>
                <a:latin typeface="Bebas Neue" panose="020B0606020202050201" pitchFamily="34" charset="0"/>
              </a:rPr>
              <a:t>MAIN MENU</a:t>
            </a:r>
          </a:p>
        </p:txBody>
      </p:sp>
    </p:spTree>
    <p:extLst>
      <p:ext uri="{BB962C8B-B14F-4D97-AF65-F5344CB8AC3E}">
        <p14:creationId xmlns:p14="http://schemas.microsoft.com/office/powerpoint/2010/main" val="1831506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sp>
        <p:nvSpPr>
          <p:cNvPr id="5386" name="Google Shape;5386;p50"/>
          <p:cNvSpPr txBox="1">
            <a:spLocks noGrp="1"/>
          </p:cNvSpPr>
          <p:nvPr>
            <p:ph type="subTitle" idx="1"/>
          </p:nvPr>
        </p:nvSpPr>
        <p:spPr>
          <a:xfrm>
            <a:off x="2167043" y="762127"/>
            <a:ext cx="6621300" cy="3146575"/>
          </a:xfrm>
          <a:prstGeom prst="rect">
            <a:avLst/>
          </a:prstGeom>
        </p:spPr>
        <p:txBody>
          <a:bodyPr spcFirstLastPara="1" wrap="square" lIns="91425" tIns="91425" rIns="91425" bIns="91425" anchor="b" anchorCtr="0">
            <a:noAutofit/>
          </a:bodyPr>
          <a:lstStyle/>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Purchase a ticket: Allows passengers to input their details and purchase a ticket, including selecting the ticket class.</a:t>
            </a:r>
          </a:p>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Valid Input:</a:t>
            </a:r>
          </a:p>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Enter a unique ID that is not already in use.</a:t>
            </a:r>
          </a:p>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Provide a name, passport number, phone number, address, and ticket number.</a:t>
            </a:r>
          </a:p>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Choose a ticket degree by entering 1, 2, or 3 based on your options.</a:t>
            </a:r>
          </a:p>
        </p:txBody>
      </p:sp>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5" name="TextBox 4">
            <a:extLst>
              <a:ext uri="{FF2B5EF4-FFF2-40B4-BE49-F238E27FC236}">
                <a16:creationId xmlns:a16="http://schemas.microsoft.com/office/drawing/2014/main" id="{D4DCFC1F-550E-DEA3-E32A-EF5E9A281589}"/>
              </a:ext>
            </a:extLst>
          </p:cNvPr>
          <p:cNvSpPr txBox="1"/>
          <p:nvPr/>
        </p:nvSpPr>
        <p:spPr>
          <a:xfrm>
            <a:off x="334658" y="536027"/>
            <a:ext cx="3211624" cy="584775"/>
          </a:xfrm>
          <a:prstGeom prst="rect">
            <a:avLst/>
          </a:prstGeom>
          <a:solidFill>
            <a:schemeClr val="tx1">
              <a:lumMod val="10000"/>
              <a:lumOff val="90000"/>
              <a:alpha val="47000"/>
            </a:schemeClr>
          </a:solidFill>
        </p:spPr>
        <p:txBody>
          <a:bodyPr wrap="square" rtlCol="0">
            <a:spAutoFit/>
          </a:bodyPr>
          <a:lstStyle/>
          <a:p>
            <a:pPr algn="ctr"/>
            <a:r>
              <a:rPr lang="en-GB" sz="3200" dirty="0">
                <a:solidFill>
                  <a:schemeClr val="bg1">
                    <a:lumMod val="25000"/>
                  </a:schemeClr>
                </a:solidFill>
                <a:latin typeface="Bebas Neue" panose="020B0606020202050201" pitchFamily="34" charset="0"/>
              </a:rPr>
              <a:t>PASSENGER MENU</a:t>
            </a:r>
          </a:p>
        </p:txBody>
      </p:sp>
    </p:spTree>
    <p:extLst>
      <p:ext uri="{BB962C8B-B14F-4D97-AF65-F5344CB8AC3E}">
        <p14:creationId xmlns:p14="http://schemas.microsoft.com/office/powerpoint/2010/main" val="1196864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3" name="Picture 2" descr="A screenshot of a computer program&#10;&#10;Description automatically generated">
            <a:extLst>
              <a:ext uri="{FF2B5EF4-FFF2-40B4-BE49-F238E27FC236}">
                <a16:creationId xmlns:a16="http://schemas.microsoft.com/office/drawing/2014/main" id="{3FADA9B2-1AAA-0ADC-5B2E-7FD057BC0B82}"/>
              </a:ext>
            </a:extLst>
          </p:cNvPr>
          <p:cNvPicPr>
            <a:picLocks noChangeAspect="1"/>
          </p:cNvPicPr>
          <p:nvPr/>
        </p:nvPicPr>
        <p:blipFill>
          <a:blip r:embed="rId4"/>
          <a:stretch>
            <a:fillRect/>
          </a:stretch>
        </p:blipFill>
        <p:spPr>
          <a:xfrm>
            <a:off x="6092268" y="141823"/>
            <a:ext cx="2789821" cy="2311431"/>
          </a:xfrm>
          <a:prstGeom prst="rect">
            <a:avLst/>
          </a:prstGeom>
          <a:ln w="38100">
            <a:solidFill>
              <a:schemeClr val="bg2">
                <a:lumMod val="20000"/>
                <a:lumOff val="80000"/>
              </a:schemeClr>
            </a:solidFill>
          </a:ln>
        </p:spPr>
      </p:pic>
      <p:sp>
        <p:nvSpPr>
          <p:cNvPr id="2" name="TextBox 1">
            <a:extLst>
              <a:ext uri="{FF2B5EF4-FFF2-40B4-BE49-F238E27FC236}">
                <a16:creationId xmlns:a16="http://schemas.microsoft.com/office/drawing/2014/main" id="{1F84D449-F69A-0572-E697-177DE43CD166}"/>
              </a:ext>
            </a:extLst>
          </p:cNvPr>
          <p:cNvSpPr txBox="1"/>
          <p:nvPr/>
        </p:nvSpPr>
        <p:spPr>
          <a:xfrm>
            <a:off x="334658" y="536027"/>
            <a:ext cx="3211624" cy="584775"/>
          </a:xfrm>
          <a:prstGeom prst="rect">
            <a:avLst/>
          </a:prstGeom>
          <a:solidFill>
            <a:schemeClr val="tx1">
              <a:lumMod val="10000"/>
              <a:lumOff val="90000"/>
              <a:alpha val="47000"/>
            </a:schemeClr>
          </a:solidFill>
        </p:spPr>
        <p:txBody>
          <a:bodyPr wrap="square" rtlCol="0">
            <a:spAutoFit/>
          </a:bodyPr>
          <a:lstStyle/>
          <a:p>
            <a:pPr algn="ctr"/>
            <a:r>
              <a:rPr lang="en-GB" sz="3200" dirty="0">
                <a:solidFill>
                  <a:schemeClr val="bg1">
                    <a:lumMod val="25000"/>
                  </a:schemeClr>
                </a:solidFill>
                <a:latin typeface="Bebas Neue" panose="020B0606020202050201" pitchFamily="34" charset="0"/>
              </a:rPr>
              <a:t>PASSENGER MENU</a:t>
            </a:r>
          </a:p>
        </p:txBody>
      </p:sp>
      <p:pic>
        <p:nvPicPr>
          <p:cNvPr id="4" name="Picture 3">
            <a:extLst>
              <a:ext uri="{FF2B5EF4-FFF2-40B4-BE49-F238E27FC236}">
                <a16:creationId xmlns:a16="http://schemas.microsoft.com/office/drawing/2014/main" id="{5BEF0412-78F4-5EDD-B3FE-69CED1E5106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07" r="32090"/>
          <a:stretch/>
        </p:blipFill>
        <p:spPr bwMode="auto">
          <a:xfrm>
            <a:off x="2850735" y="1227667"/>
            <a:ext cx="2724515" cy="3610093"/>
          </a:xfrm>
          <a:prstGeom prst="rect">
            <a:avLst/>
          </a:prstGeom>
          <a:ln>
            <a:noFill/>
          </a:ln>
          <a:extLst>
            <a:ext uri="{53640926-AAD7-44D8-BBD7-CCE9431645EC}">
              <a14:shadowObscured xmlns:a14="http://schemas.microsoft.com/office/drawing/2010/main"/>
            </a:ext>
          </a:extLst>
        </p:spPr>
      </p:pic>
      <p:pic>
        <p:nvPicPr>
          <p:cNvPr id="5" name="Picture 4" descr="A computer screen shot of a computer code&#10;&#10;Description automatically generated">
            <a:extLst>
              <a:ext uri="{FF2B5EF4-FFF2-40B4-BE49-F238E27FC236}">
                <a16:creationId xmlns:a16="http://schemas.microsoft.com/office/drawing/2014/main" id="{4F24B374-2B22-CA67-CE97-53A273B3C197}"/>
              </a:ext>
            </a:extLst>
          </p:cNvPr>
          <p:cNvPicPr>
            <a:picLocks noChangeAspect="1"/>
          </p:cNvPicPr>
          <p:nvPr/>
        </p:nvPicPr>
        <p:blipFill>
          <a:blip r:embed="rId6"/>
          <a:stretch>
            <a:fillRect/>
          </a:stretch>
        </p:blipFill>
        <p:spPr>
          <a:xfrm>
            <a:off x="6092268" y="2630274"/>
            <a:ext cx="2864803" cy="2343345"/>
          </a:xfrm>
          <a:prstGeom prst="rect">
            <a:avLst/>
          </a:prstGeom>
          <a:ln w="38100">
            <a:solidFill>
              <a:schemeClr val="bg2">
                <a:lumMod val="20000"/>
                <a:lumOff val="80000"/>
              </a:schemeClr>
            </a:solidFill>
          </a:ln>
        </p:spPr>
      </p:pic>
    </p:spTree>
    <p:extLst>
      <p:ext uri="{BB962C8B-B14F-4D97-AF65-F5344CB8AC3E}">
        <p14:creationId xmlns:p14="http://schemas.microsoft.com/office/powerpoint/2010/main" val="1652263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3" name="Subtitle 2">
            <a:extLst>
              <a:ext uri="{FF2B5EF4-FFF2-40B4-BE49-F238E27FC236}">
                <a16:creationId xmlns:a16="http://schemas.microsoft.com/office/drawing/2014/main" id="{918941CC-A2F2-DC4E-472A-BFA956E0156C}"/>
              </a:ext>
            </a:extLst>
          </p:cNvPr>
          <p:cNvSpPr>
            <a:spLocks noGrp="1"/>
          </p:cNvSpPr>
          <p:nvPr>
            <p:ph type="subTitle" idx="1"/>
          </p:nvPr>
        </p:nvSpPr>
        <p:spPr>
          <a:xfrm>
            <a:off x="2821547" y="1255990"/>
            <a:ext cx="6016154" cy="2888904"/>
          </a:xfrm>
        </p:spPr>
        <p:txBody>
          <a:bodyPr/>
          <a:lstStyle/>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Invalid ID Input:</a:t>
            </a:r>
          </a:p>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Enter an ID that already exists. This will trigger the ID validation mechanism in your program.</a:t>
            </a:r>
          </a:p>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Cancel Purchase:</a:t>
            </a:r>
          </a:p>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Choose to cancel the purchase when prompted after entering a duplicate ID.</a:t>
            </a:r>
          </a:p>
          <a:p>
            <a:endParaRPr lang="en-US" dirty="0"/>
          </a:p>
        </p:txBody>
      </p:sp>
      <p:sp>
        <p:nvSpPr>
          <p:cNvPr id="2" name="TextBox 1">
            <a:extLst>
              <a:ext uri="{FF2B5EF4-FFF2-40B4-BE49-F238E27FC236}">
                <a16:creationId xmlns:a16="http://schemas.microsoft.com/office/drawing/2014/main" id="{0A1C30A0-8A8A-09E0-E8D3-04AA23E0865E}"/>
              </a:ext>
            </a:extLst>
          </p:cNvPr>
          <p:cNvSpPr txBox="1"/>
          <p:nvPr/>
        </p:nvSpPr>
        <p:spPr>
          <a:xfrm>
            <a:off x="334658" y="536027"/>
            <a:ext cx="3211624" cy="584775"/>
          </a:xfrm>
          <a:prstGeom prst="rect">
            <a:avLst/>
          </a:prstGeom>
          <a:solidFill>
            <a:schemeClr val="tx1">
              <a:lumMod val="10000"/>
              <a:lumOff val="90000"/>
              <a:alpha val="47000"/>
            </a:schemeClr>
          </a:solidFill>
        </p:spPr>
        <p:txBody>
          <a:bodyPr wrap="square" rtlCol="0">
            <a:spAutoFit/>
          </a:bodyPr>
          <a:lstStyle/>
          <a:p>
            <a:pPr algn="ctr"/>
            <a:r>
              <a:rPr lang="en-GB" sz="3200" dirty="0">
                <a:solidFill>
                  <a:schemeClr val="bg1">
                    <a:lumMod val="25000"/>
                  </a:schemeClr>
                </a:solidFill>
                <a:latin typeface="Bebas Neue" panose="020B0606020202050201" pitchFamily="34" charset="0"/>
              </a:rPr>
              <a:t>ID VALIDATION</a:t>
            </a:r>
          </a:p>
        </p:txBody>
      </p:sp>
    </p:spTree>
    <p:extLst>
      <p:ext uri="{BB962C8B-B14F-4D97-AF65-F5344CB8AC3E}">
        <p14:creationId xmlns:p14="http://schemas.microsoft.com/office/powerpoint/2010/main" val="667296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2" name="Picture 1">
            <a:extLst>
              <a:ext uri="{FF2B5EF4-FFF2-40B4-BE49-F238E27FC236}">
                <a16:creationId xmlns:a16="http://schemas.microsoft.com/office/drawing/2014/main" id="{8B5A0C3F-9E1F-5F9B-BCD8-0C68A53CD627}"/>
              </a:ext>
            </a:extLst>
          </p:cNvPr>
          <p:cNvPicPr>
            <a:picLocks noChangeAspect="1"/>
          </p:cNvPicPr>
          <p:nvPr/>
        </p:nvPicPr>
        <p:blipFill rotWithShape="1">
          <a:blip r:embed="rId4">
            <a:extLst>
              <a:ext uri="{28A0092B-C50C-407E-A947-70E740481C1C}">
                <a14:useLocalDpi xmlns:a14="http://schemas.microsoft.com/office/drawing/2010/main" val="0"/>
              </a:ext>
            </a:extLst>
          </a:blip>
          <a:srcRect t="49424" r="29246" b="22471"/>
          <a:stretch/>
        </p:blipFill>
        <p:spPr bwMode="auto">
          <a:xfrm>
            <a:off x="1872720" y="3024709"/>
            <a:ext cx="4195036" cy="1640434"/>
          </a:xfrm>
          <a:prstGeom prst="rect">
            <a:avLst/>
          </a:prstGeom>
          <a:ln>
            <a:noFill/>
          </a:ln>
          <a:extLst>
            <a:ext uri="{53640926-AAD7-44D8-BBD7-CCE9431645EC}">
              <a14:shadowObscured xmlns:a14="http://schemas.microsoft.com/office/drawing/2010/main"/>
            </a:ext>
          </a:extLst>
        </p:spPr>
      </p:pic>
      <p:pic>
        <p:nvPicPr>
          <p:cNvPr id="7" name="Picture 6" descr="A screenshot of a computer code&#10;&#10;Description automatically generated">
            <a:extLst>
              <a:ext uri="{FF2B5EF4-FFF2-40B4-BE49-F238E27FC236}">
                <a16:creationId xmlns:a16="http://schemas.microsoft.com/office/drawing/2014/main" id="{6D4B9AF5-B0C8-388F-7D94-B464DD11FD39}"/>
              </a:ext>
            </a:extLst>
          </p:cNvPr>
          <p:cNvPicPr>
            <a:picLocks noChangeAspect="1"/>
          </p:cNvPicPr>
          <p:nvPr/>
        </p:nvPicPr>
        <p:blipFill>
          <a:blip r:embed="rId5"/>
          <a:stretch>
            <a:fillRect/>
          </a:stretch>
        </p:blipFill>
        <p:spPr>
          <a:xfrm>
            <a:off x="4555528" y="110782"/>
            <a:ext cx="4442792" cy="2532377"/>
          </a:xfrm>
          <a:prstGeom prst="rect">
            <a:avLst/>
          </a:prstGeom>
          <a:ln w="38100">
            <a:solidFill>
              <a:schemeClr val="bg2">
                <a:lumMod val="20000"/>
                <a:lumOff val="80000"/>
              </a:schemeClr>
            </a:solidFill>
          </a:ln>
        </p:spPr>
      </p:pic>
      <p:sp>
        <p:nvSpPr>
          <p:cNvPr id="3" name="TextBox 2">
            <a:extLst>
              <a:ext uri="{FF2B5EF4-FFF2-40B4-BE49-F238E27FC236}">
                <a16:creationId xmlns:a16="http://schemas.microsoft.com/office/drawing/2014/main" id="{266C564B-994D-F2C2-8F06-815E5F096D09}"/>
              </a:ext>
            </a:extLst>
          </p:cNvPr>
          <p:cNvSpPr txBox="1"/>
          <p:nvPr/>
        </p:nvSpPr>
        <p:spPr>
          <a:xfrm>
            <a:off x="334658" y="536027"/>
            <a:ext cx="3211624" cy="584775"/>
          </a:xfrm>
          <a:prstGeom prst="rect">
            <a:avLst/>
          </a:prstGeom>
          <a:solidFill>
            <a:schemeClr val="tx1">
              <a:lumMod val="10000"/>
              <a:lumOff val="90000"/>
              <a:alpha val="47000"/>
            </a:schemeClr>
          </a:solidFill>
        </p:spPr>
        <p:txBody>
          <a:bodyPr wrap="square" rtlCol="0">
            <a:spAutoFit/>
          </a:bodyPr>
          <a:lstStyle/>
          <a:p>
            <a:pPr algn="ctr"/>
            <a:r>
              <a:rPr lang="en-GB" sz="3200" dirty="0">
                <a:solidFill>
                  <a:schemeClr val="bg1">
                    <a:lumMod val="25000"/>
                  </a:schemeClr>
                </a:solidFill>
                <a:latin typeface="Bebas Neue" panose="020B0606020202050201" pitchFamily="34" charset="0"/>
              </a:rPr>
              <a:t>ID VALIDATION</a:t>
            </a:r>
          </a:p>
        </p:txBody>
      </p:sp>
      <p:pic>
        <p:nvPicPr>
          <p:cNvPr id="5" name="Picture 4">
            <a:extLst>
              <a:ext uri="{FF2B5EF4-FFF2-40B4-BE49-F238E27FC236}">
                <a16:creationId xmlns:a16="http://schemas.microsoft.com/office/drawing/2014/main" id="{B226F000-3346-874B-102E-20F07ECF4C07}"/>
              </a:ext>
            </a:extLst>
          </p:cNvPr>
          <p:cNvPicPr>
            <a:picLocks noChangeAspect="1"/>
          </p:cNvPicPr>
          <p:nvPr/>
        </p:nvPicPr>
        <p:blipFill>
          <a:blip r:embed="rId6"/>
          <a:stretch>
            <a:fillRect/>
          </a:stretch>
        </p:blipFill>
        <p:spPr>
          <a:xfrm>
            <a:off x="6972566" y="2765643"/>
            <a:ext cx="2025754" cy="2286117"/>
          </a:xfrm>
          <a:prstGeom prst="rect">
            <a:avLst/>
          </a:prstGeom>
          <a:ln w="38100">
            <a:solidFill>
              <a:schemeClr val="bg2">
                <a:lumMod val="20000"/>
                <a:lumOff val="80000"/>
              </a:schemeClr>
            </a:solidFill>
          </a:ln>
        </p:spPr>
      </p:pic>
    </p:spTree>
    <p:extLst>
      <p:ext uri="{BB962C8B-B14F-4D97-AF65-F5344CB8AC3E}">
        <p14:creationId xmlns:p14="http://schemas.microsoft.com/office/powerpoint/2010/main" val="2523397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7" name="Picture 6" descr="A screen shot of a computer&#10;&#10;Description automatically generated">
            <a:extLst>
              <a:ext uri="{FF2B5EF4-FFF2-40B4-BE49-F238E27FC236}">
                <a16:creationId xmlns:a16="http://schemas.microsoft.com/office/drawing/2014/main" id="{BF94ED73-A3C3-08FD-881D-4E50D85B76B4}"/>
              </a:ext>
            </a:extLst>
          </p:cNvPr>
          <p:cNvPicPr>
            <a:picLocks noChangeAspect="1"/>
          </p:cNvPicPr>
          <p:nvPr/>
        </p:nvPicPr>
        <p:blipFill>
          <a:blip r:embed="rId4"/>
          <a:stretch>
            <a:fillRect/>
          </a:stretch>
        </p:blipFill>
        <p:spPr>
          <a:xfrm>
            <a:off x="5319008" y="1641613"/>
            <a:ext cx="3671275" cy="2902466"/>
          </a:xfrm>
          <a:prstGeom prst="rect">
            <a:avLst/>
          </a:prstGeom>
          <a:ln w="38100">
            <a:solidFill>
              <a:schemeClr val="bg2">
                <a:lumMod val="20000"/>
                <a:lumOff val="80000"/>
              </a:schemeClr>
            </a:solidFill>
          </a:ln>
        </p:spPr>
      </p:pic>
      <p:sp>
        <p:nvSpPr>
          <p:cNvPr id="2" name="TextBox 1">
            <a:extLst>
              <a:ext uri="{FF2B5EF4-FFF2-40B4-BE49-F238E27FC236}">
                <a16:creationId xmlns:a16="http://schemas.microsoft.com/office/drawing/2014/main" id="{1AECFFC0-959F-926E-D08C-F726D625FF55}"/>
              </a:ext>
            </a:extLst>
          </p:cNvPr>
          <p:cNvSpPr txBox="1"/>
          <p:nvPr/>
        </p:nvSpPr>
        <p:spPr>
          <a:xfrm>
            <a:off x="334658" y="536027"/>
            <a:ext cx="4237342" cy="584775"/>
          </a:xfrm>
          <a:prstGeom prst="rect">
            <a:avLst/>
          </a:prstGeom>
          <a:solidFill>
            <a:schemeClr val="tx1">
              <a:lumMod val="10000"/>
              <a:lumOff val="90000"/>
              <a:alpha val="47000"/>
            </a:schemeClr>
          </a:solidFill>
        </p:spPr>
        <p:txBody>
          <a:bodyPr wrap="square" rtlCol="0">
            <a:spAutoFit/>
          </a:bodyPr>
          <a:lstStyle/>
          <a:p>
            <a:pPr algn="ctr"/>
            <a:r>
              <a:rPr lang="en-US" sz="3200" kern="100" dirty="0">
                <a:solidFill>
                  <a:schemeClr val="bg1">
                    <a:lumMod val="25000"/>
                  </a:schemeClr>
                </a:solidFill>
                <a:latin typeface="Bebas Neue" panose="020B0606020202050201" pitchFamily="34" charset="0"/>
                <a:cs typeface="Arial" panose="020B0604020202020204" pitchFamily="34" charset="0"/>
              </a:rPr>
              <a:t>Upgrade or Degrade a ticket</a:t>
            </a:r>
            <a:endParaRPr lang="en-GB" sz="3200" dirty="0">
              <a:solidFill>
                <a:schemeClr val="bg1">
                  <a:lumMod val="25000"/>
                </a:schemeClr>
              </a:solidFill>
              <a:latin typeface="Bebas Neue" panose="020B0606020202050201" pitchFamily="34" charset="0"/>
            </a:endParaRPr>
          </a:p>
        </p:txBody>
      </p:sp>
      <p:pic>
        <p:nvPicPr>
          <p:cNvPr id="3" name="Picture 2">
            <a:extLst>
              <a:ext uri="{FF2B5EF4-FFF2-40B4-BE49-F238E27FC236}">
                <a16:creationId xmlns:a16="http://schemas.microsoft.com/office/drawing/2014/main" id="{4C151A02-22F6-A9FA-70C5-36233112641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12615"/>
          <a:stretch/>
        </p:blipFill>
        <p:spPr bwMode="auto">
          <a:xfrm>
            <a:off x="1040546" y="1616725"/>
            <a:ext cx="3920746" cy="2968171"/>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BCE35CE5-3573-BCDF-1352-DAEFAC5BE532}"/>
              </a:ext>
            </a:extLst>
          </p:cNvPr>
          <p:cNvSpPr txBox="1"/>
          <p:nvPr/>
        </p:nvSpPr>
        <p:spPr>
          <a:xfrm>
            <a:off x="5072137" y="516228"/>
            <a:ext cx="2632677" cy="584775"/>
          </a:xfrm>
          <a:prstGeom prst="rect">
            <a:avLst/>
          </a:prstGeom>
          <a:noFill/>
        </p:spPr>
        <p:txBody>
          <a:bodyPr wrap="square">
            <a:spAutoFit/>
          </a:bodyPr>
          <a:lstStyle/>
          <a:p>
            <a:pPr algn="l"/>
            <a:r>
              <a:rPr lang="en-US" sz="1600" kern="100" dirty="0">
                <a:latin typeface="Times New Roman" panose="02020603050405020304" pitchFamily="18" charset="0"/>
                <a:cs typeface="Arial" panose="020B0604020202020204" pitchFamily="34" charset="0"/>
              </a:rPr>
              <a:t>Allows passengers to change their ticket class.</a:t>
            </a:r>
          </a:p>
        </p:txBody>
      </p:sp>
    </p:spTree>
    <p:extLst>
      <p:ext uri="{BB962C8B-B14F-4D97-AF65-F5344CB8AC3E}">
        <p14:creationId xmlns:p14="http://schemas.microsoft.com/office/powerpoint/2010/main" val="31284748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3" name="Subtitle 2">
            <a:extLst>
              <a:ext uri="{FF2B5EF4-FFF2-40B4-BE49-F238E27FC236}">
                <a16:creationId xmlns:a16="http://schemas.microsoft.com/office/drawing/2014/main" id="{918941CC-A2F2-DC4E-472A-BFA956E0156C}"/>
              </a:ext>
            </a:extLst>
          </p:cNvPr>
          <p:cNvSpPr>
            <a:spLocks noGrp="1"/>
          </p:cNvSpPr>
          <p:nvPr>
            <p:ph type="subTitle" idx="1"/>
          </p:nvPr>
        </p:nvSpPr>
        <p:spPr>
          <a:xfrm>
            <a:off x="5152445" y="1100333"/>
            <a:ext cx="2791989" cy="836817"/>
          </a:xfrm>
        </p:spPr>
        <p:txBody>
          <a:bodyPr/>
          <a:lstStyle/>
          <a:p>
            <a:pPr algn="l"/>
            <a:r>
              <a:rPr lang="en-US" sz="1800" kern="100" dirty="0">
                <a:latin typeface="Times New Roman" panose="02020603050405020304" pitchFamily="18" charset="0"/>
                <a:cs typeface="Arial" panose="020B0604020202020204" pitchFamily="34" charset="0"/>
              </a:rPr>
              <a:t>    Displays details of a specific passenger based on their ID.</a:t>
            </a:r>
          </a:p>
          <a:p>
            <a:endParaRPr lang="en-US" dirty="0"/>
          </a:p>
        </p:txBody>
      </p:sp>
      <p:pic>
        <p:nvPicPr>
          <p:cNvPr id="2" name="Picture 1">
            <a:extLst>
              <a:ext uri="{FF2B5EF4-FFF2-40B4-BE49-F238E27FC236}">
                <a16:creationId xmlns:a16="http://schemas.microsoft.com/office/drawing/2014/main" id="{E04195B9-8B6C-BC4A-BD4C-7B918E59BB1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 t="37755" r="34194" b="3275"/>
          <a:stretch/>
        </p:blipFill>
        <p:spPr bwMode="auto">
          <a:xfrm>
            <a:off x="797229" y="1688856"/>
            <a:ext cx="3989713" cy="2823909"/>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EF6EDC37-CCEC-709B-153C-A7E0A82393EB}"/>
              </a:ext>
            </a:extLst>
          </p:cNvPr>
          <p:cNvSpPr txBox="1"/>
          <p:nvPr/>
        </p:nvSpPr>
        <p:spPr>
          <a:xfrm>
            <a:off x="334657" y="536027"/>
            <a:ext cx="4706469" cy="584775"/>
          </a:xfrm>
          <a:prstGeom prst="rect">
            <a:avLst/>
          </a:prstGeom>
          <a:solidFill>
            <a:schemeClr val="tx1">
              <a:lumMod val="10000"/>
              <a:lumOff val="90000"/>
              <a:alpha val="47000"/>
            </a:schemeClr>
          </a:solidFill>
        </p:spPr>
        <p:txBody>
          <a:bodyPr wrap="square" rtlCol="0">
            <a:spAutoFit/>
          </a:bodyPr>
          <a:lstStyle/>
          <a:p>
            <a:pPr algn="ctr"/>
            <a:r>
              <a:rPr lang="en-US" sz="3200" kern="100" dirty="0">
                <a:solidFill>
                  <a:schemeClr val="bg1">
                    <a:lumMod val="25000"/>
                  </a:schemeClr>
                </a:solidFill>
                <a:latin typeface="Bebas Neue" panose="020B0606020202050201" pitchFamily="34" charset="0"/>
                <a:cs typeface="Arial" panose="020B0604020202020204" pitchFamily="34" charset="0"/>
              </a:rPr>
              <a:t>Print Passenger's Information</a:t>
            </a:r>
            <a:endParaRPr lang="en-GB" sz="3200" dirty="0">
              <a:solidFill>
                <a:schemeClr val="bg1">
                  <a:lumMod val="25000"/>
                </a:schemeClr>
              </a:solidFill>
              <a:latin typeface="Bebas Neue" panose="020B0606020202050201" pitchFamily="34" charset="0"/>
            </a:endParaRPr>
          </a:p>
        </p:txBody>
      </p:sp>
      <p:pic>
        <p:nvPicPr>
          <p:cNvPr id="7" name="Picture 6" descr="A screenshot of a computer code&#10;&#10;Description automatically generated">
            <a:extLst>
              <a:ext uri="{FF2B5EF4-FFF2-40B4-BE49-F238E27FC236}">
                <a16:creationId xmlns:a16="http://schemas.microsoft.com/office/drawing/2014/main" id="{AD7E003F-FF1B-68FF-8853-6724840A2142}"/>
              </a:ext>
            </a:extLst>
          </p:cNvPr>
          <p:cNvPicPr>
            <a:picLocks noChangeAspect="1"/>
          </p:cNvPicPr>
          <p:nvPr/>
        </p:nvPicPr>
        <p:blipFill>
          <a:blip r:embed="rId5"/>
          <a:stretch>
            <a:fillRect/>
          </a:stretch>
        </p:blipFill>
        <p:spPr>
          <a:xfrm>
            <a:off x="5025241" y="1427827"/>
            <a:ext cx="3973079" cy="3330037"/>
          </a:xfrm>
          <a:prstGeom prst="rect">
            <a:avLst/>
          </a:prstGeom>
          <a:ln w="38100">
            <a:solidFill>
              <a:schemeClr val="bg2">
                <a:lumMod val="20000"/>
                <a:lumOff val="80000"/>
              </a:schemeClr>
            </a:solidFill>
          </a:ln>
        </p:spPr>
      </p:pic>
    </p:spTree>
    <p:extLst>
      <p:ext uri="{BB962C8B-B14F-4D97-AF65-F5344CB8AC3E}">
        <p14:creationId xmlns:p14="http://schemas.microsoft.com/office/powerpoint/2010/main" val="3664376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3" name="Subtitle 2">
            <a:extLst>
              <a:ext uri="{FF2B5EF4-FFF2-40B4-BE49-F238E27FC236}">
                <a16:creationId xmlns:a16="http://schemas.microsoft.com/office/drawing/2014/main" id="{918941CC-A2F2-DC4E-472A-BFA956E0156C}"/>
              </a:ext>
            </a:extLst>
          </p:cNvPr>
          <p:cNvSpPr>
            <a:spLocks noGrp="1"/>
          </p:cNvSpPr>
          <p:nvPr>
            <p:ph type="subTitle" idx="1"/>
          </p:nvPr>
        </p:nvSpPr>
        <p:spPr>
          <a:xfrm>
            <a:off x="4512209" y="745756"/>
            <a:ext cx="3653514" cy="797262"/>
          </a:xfrm>
        </p:spPr>
        <p:txBody>
          <a:bodyPr/>
          <a:lstStyle/>
          <a:p>
            <a:pPr algn="l"/>
            <a:r>
              <a:rPr lang="en-US" sz="1800" kern="100" dirty="0">
                <a:latin typeface="Times New Roman" panose="02020603050405020304" pitchFamily="18" charset="0"/>
                <a:cs typeface="Arial" panose="020B0604020202020204" pitchFamily="34" charset="0"/>
              </a:rPr>
              <a:t>Returns to the main menu.</a:t>
            </a:r>
          </a:p>
          <a:p>
            <a:endParaRPr lang="en-US" dirty="0"/>
          </a:p>
        </p:txBody>
      </p:sp>
      <p:pic>
        <p:nvPicPr>
          <p:cNvPr id="2" name="Picture 1">
            <a:extLst>
              <a:ext uri="{FF2B5EF4-FFF2-40B4-BE49-F238E27FC236}">
                <a16:creationId xmlns:a16="http://schemas.microsoft.com/office/drawing/2014/main" id="{BE578CC6-8DC9-0B15-643F-02250E97E291}"/>
              </a:ext>
            </a:extLst>
          </p:cNvPr>
          <p:cNvPicPr>
            <a:picLocks noChangeAspect="1"/>
          </p:cNvPicPr>
          <p:nvPr/>
        </p:nvPicPr>
        <p:blipFill rotWithShape="1">
          <a:blip r:embed="rId4">
            <a:extLst>
              <a:ext uri="{28A0092B-C50C-407E-A947-70E740481C1C}">
                <a14:useLocalDpi xmlns:a14="http://schemas.microsoft.com/office/drawing/2010/main" val="0"/>
              </a:ext>
            </a:extLst>
          </a:blip>
          <a:srcRect l="389" t="62823" r="10164"/>
          <a:stretch/>
        </p:blipFill>
        <p:spPr bwMode="auto">
          <a:xfrm>
            <a:off x="145679" y="1905773"/>
            <a:ext cx="4205436" cy="1214821"/>
          </a:xfrm>
          <a:prstGeom prst="rect">
            <a:avLst/>
          </a:prstGeom>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D347DE7F-0719-6B62-D555-E78E37C22E91}"/>
              </a:ext>
            </a:extLst>
          </p:cNvPr>
          <p:cNvSpPr txBox="1"/>
          <p:nvPr/>
        </p:nvSpPr>
        <p:spPr>
          <a:xfrm>
            <a:off x="334657" y="536027"/>
            <a:ext cx="3800021" cy="584775"/>
          </a:xfrm>
          <a:prstGeom prst="rect">
            <a:avLst/>
          </a:prstGeom>
          <a:solidFill>
            <a:schemeClr val="tx1">
              <a:lumMod val="10000"/>
              <a:lumOff val="90000"/>
              <a:alpha val="47000"/>
            </a:schemeClr>
          </a:solidFill>
        </p:spPr>
        <p:txBody>
          <a:bodyPr wrap="square" rtlCol="0">
            <a:spAutoFit/>
          </a:bodyPr>
          <a:lstStyle/>
          <a:p>
            <a:pPr algn="ctr"/>
            <a:r>
              <a:rPr lang="en-US" sz="3200" kern="100" dirty="0">
                <a:solidFill>
                  <a:schemeClr val="bg1">
                    <a:lumMod val="25000"/>
                  </a:schemeClr>
                </a:solidFill>
                <a:latin typeface="Bebas Neue" panose="020B0606020202050201" pitchFamily="34" charset="0"/>
                <a:cs typeface="Arial" panose="020B0604020202020204" pitchFamily="34" charset="0"/>
              </a:rPr>
              <a:t>Go back to the main menu</a:t>
            </a:r>
            <a:endParaRPr lang="en-GB" sz="3200" dirty="0">
              <a:solidFill>
                <a:schemeClr val="bg1">
                  <a:lumMod val="25000"/>
                </a:schemeClr>
              </a:solidFill>
              <a:latin typeface="Bebas Neue" panose="020B0606020202050201" pitchFamily="34" charset="0"/>
            </a:endParaRPr>
          </a:p>
        </p:txBody>
      </p:sp>
      <p:pic>
        <p:nvPicPr>
          <p:cNvPr id="5" name="Picture 4">
            <a:extLst>
              <a:ext uri="{FF2B5EF4-FFF2-40B4-BE49-F238E27FC236}">
                <a16:creationId xmlns:a16="http://schemas.microsoft.com/office/drawing/2014/main" id="{2D79C02E-E645-3CB5-37E4-D55C9737AF6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78531" y="1462313"/>
            <a:ext cx="4584052" cy="2446389"/>
          </a:xfrm>
          <a:prstGeom prst="rect">
            <a:avLst/>
          </a:prstGeom>
          <a:ln w="38100">
            <a:solidFill>
              <a:schemeClr val="tx1">
                <a:lumMod val="10000"/>
                <a:lumOff val="90000"/>
              </a:schemeClr>
            </a:solidFill>
          </a:ln>
        </p:spPr>
      </p:pic>
    </p:spTree>
    <p:extLst>
      <p:ext uri="{BB962C8B-B14F-4D97-AF65-F5344CB8AC3E}">
        <p14:creationId xmlns:p14="http://schemas.microsoft.com/office/powerpoint/2010/main" val="4153407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3" name="Picture 2" descr="A screenshot of a computer program&#10;&#10;Description automatically generated">
            <a:extLst>
              <a:ext uri="{FF2B5EF4-FFF2-40B4-BE49-F238E27FC236}">
                <a16:creationId xmlns:a16="http://schemas.microsoft.com/office/drawing/2014/main" id="{3CCCCEE2-2492-D290-4BDC-0428DBE2CA7A}"/>
              </a:ext>
            </a:extLst>
          </p:cNvPr>
          <p:cNvPicPr>
            <a:picLocks noChangeAspect="1"/>
          </p:cNvPicPr>
          <p:nvPr/>
        </p:nvPicPr>
        <p:blipFill>
          <a:blip r:embed="rId4"/>
          <a:stretch>
            <a:fillRect/>
          </a:stretch>
        </p:blipFill>
        <p:spPr>
          <a:xfrm>
            <a:off x="3884013" y="208090"/>
            <a:ext cx="5114526" cy="2453641"/>
          </a:xfrm>
          <a:prstGeom prst="rect">
            <a:avLst/>
          </a:prstGeom>
          <a:ln w="38100">
            <a:solidFill>
              <a:schemeClr val="bg2">
                <a:lumMod val="20000"/>
                <a:lumOff val="80000"/>
              </a:schemeClr>
            </a:solidFill>
          </a:ln>
        </p:spPr>
      </p:pic>
      <p:sp>
        <p:nvSpPr>
          <p:cNvPr id="2" name="TextBox 1">
            <a:extLst>
              <a:ext uri="{FF2B5EF4-FFF2-40B4-BE49-F238E27FC236}">
                <a16:creationId xmlns:a16="http://schemas.microsoft.com/office/drawing/2014/main" id="{FE5D610C-0C1D-01B4-4D4B-98743DCAFB9D}"/>
              </a:ext>
            </a:extLst>
          </p:cNvPr>
          <p:cNvSpPr txBox="1"/>
          <p:nvPr/>
        </p:nvSpPr>
        <p:spPr>
          <a:xfrm>
            <a:off x="334658" y="536027"/>
            <a:ext cx="3211624" cy="584775"/>
          </a:xfrm>
          <a:prstGeom prst="rect">
            <a:avLst/>
          </a:prstGeom>
          <a:solidFill>
            <a:schemeClr val="tx1">
              <a:lumMod val="10000"/>
              <a:lumOff val="90000"/>
              <a:alpha val="47000"/>
            </a:schemeClr>
          </a:solidFill>
        </p:spPr>
        <p:txBody>
          <a:bodyPr wrap="square" rtlCol="0">
            <a:spAutoFit/>
          </a:bodyPr>
          <a:lstStyle/>
          <a:p>
            <a:pPr algn="ctr"/>
            <a:r>
              <a:rPr lang="en-GB" sz="3200" dirty="0">
                <a:solidFill>
                  <a:schemeClr val="bg1">
                    <a:lumMod val="25000"/>
                  </a:schemeClr>
                </a:solidFill>
                <a:latin typeface="Bebas Neue" panose="020B0606020202050201" pitchFamily="34" charset="0"/>
              </a:rPr>
              <a:t>FLIGHT MANGER</a:t>
            </a:r>
          </a:p>
        </p:txBody>
      </p:sp>
      <p:pic>
        <p:nvPicPr>
          <p:cNvPr id="4" name="Picture 3">
            <a:extLst>
              <a:ext uri="{FF2B5EF4-FFF2-40B4-BE49-F238E27FC236}">
                <a16:creationId xmlns:a16="http://schemas.microsoft.com/office/drawing/2014/main" id="{B8AB3817-D91E-E944-7F90-DE8CCA90CF9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08" b="40192"/>
          <a:stretch/>
        </p:blipFill>
        <p:spPr bwMode="auto">
          <a:xfrm>
            <a:off x="4192243" y="2910848"/>
            <a:ext cx="4709191" cy="2259186"/>
          </a:xfrm>
          <a:prstGeom prst="rect">
            <a:avLst/>
          </a:prstGeom>
          <a:ln>
            <a:noFill/>
          </a:ln>
          <a:extLst>
            <a:ext uri="{53640926-AAD7-44D8-BBD7-CCE9431645EC}">
              <a14:shadowObscured xmlns:a14="http://schemas.microsoft.com/office/drawing/2010/main"/>
            </a:ext>
          </a:extLst>
        </p:spPr>
      </p:pic>
      <p:sp>
        <p:nvSpPr>
          <p:cNvPr id="5386" name="Google Shape;5386;p50"/>
          <p:cNvSpPr txBox="1">
            <a:spLocks noGrp="1"/>
          </p:cNvSpPr>
          <p:nvPr>
            <p:ph type="subTitle" idx="1"/>
          </p:nvPr>
        </p:nvSpPr>
        <p:spPr>
          <a:xfrm>
            <a:off x="284296" y="1858027"/>
            <a:ext cx="3570131" cy="2252309"/>
          </a:xfrm>
          <a:prstGeom prst="rect">
            <a:avLst/>
          </a:prstGeom>
        </p:spPr>
        <p:txBody>
          <a:bodyPr spcFirstLastPara="1" wrap="square" lIns="91425" tIns="91425" rIns="91425" bIns="91425" anchor="b" anchorCtr="0">
            <a:noAutofit/>
          </a:bodyPr>
          <a:lstStyle/>
          <a:p>
            <a:pPr marL="0" marR="0" algn="l">
              <a:lnSpc>
                <a:spcPct val="107000"/>
              </a:lnSpc>
              <a:spcBef>
                <a:spcPts val="0"/>
              </a:spcBef>
              <a:spcAft>
                <a:spcPts val="800"/>
              </a:spcAft>
            </a:pPr>
            <a:endParaRPr lang="en-US" sz="1800" kern="100" dirty="0">
              <a:latin typeface="Times New Roman" panose="02020603050405020304" pitchFamily="18" charset="0"/>
              <a:cs typeface="Arial" panose="020B0604020202020204" pitchFamily="34" charset="0"/>
            </a:endParaRPr>
          </a:p>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The program prompts the Flight Manager to choose from different options, such as searching for a passenger by ID, searching for a passenger by name, displaying all passengers, or going back to the main menu.</a:t>
            </a:r>
          </a:p>
          <a:p>
            <a:pPr marL="0" marR="0" algn="l">
              <a:lnSpc>
                <a:spcPct val="107000"/>
              </a:lnSpc>
              <a:spcBef>
                <a:spcPts val="0"/>
              </a:spcBef>
              <a:spcAft>
                <a:spcPts val="800"/>
              </a:spcAft>
            </a:pPr>
            <a:endParaRPr lang="en-US" sz="1800" kern="100" dirty="0">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449796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sp>
        <p:nvSpPr>
          <p:cNvPr id="5386" name="Google Shape;5386;p50"/>
          <p:cNvSpPr txBox="1">
            <a:spLocks noGrp="1"/>
          </p:cNvSpPr>
          <p:nvPr>
            <p:ph type="subTitle" idx="1"/>
          </p:nvPr>
        </p:nvSpPr>
        <p:spPr>
          <a:xfrm>
            <a:off x="4747739" y="429527"/>
            <a:ext cx="4410362" cy="1308172"/>
          </a:xfrm>
          <a:prstGeom prst="rect">
            <a:avLst/>
          </a:prstGeom>
        </p:spPr>
        <p:txBody>
          <a:bodyPr spcFirstLastPara="1" wrap="square" lIns="91425" tIns="91425" rIns="91425" bIns="91425" anchor="b" anchorCtr="0">
            <a:noAutofit/>
          </a:bodyPr>
          <a:lstStyle/>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Allows managers to search for a passenger by their ID and display their information.</a:t>
            </a:r>
          </a:p>
          <a:p>
            <a:pPr marL="0" marR="0" algn="l">
              <a:lnSpc>
                <a:spcPct val="107000"/>
              </a:lnSpc>
              <a:spcBef>
                <a:spcPts val="0"/>
              </a:spcBef>
              <a:spcAft>
                <a:spcPts val="800"/>
              </a:spcAft>
            </a:pPr>
            <a:endParaRPr lang="en-US" sz="1800" kern="100" dirty="0">
              <a:latin typeface="Times New Roman" panose="02020603050405020304" pitchFamily="18" charset="0"/>
              <a:cs typeface="Arial" panose="020B0604020202020204" pitchFamily="34" charset="0"/>
            </a:endParaRPr>
          </a:p>
        </p:txBody>
      </p:sp>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3" name="Picture 2">
            <a:extLst>
              <a:ext uri="{FF2B5EF4-FFF2-40B4-BE49-F238E27FC236}">
                <a16:creationId xmlns:a16="http://schemas.microsoft.com/office/drawing/2014/main" id="{A82AB295-D5FF-2367-5D4E-097BA795A9C0}"/>
              </a:ext>
            </a:extLst>
          </p:cNvPr>
          <p:cNvPicPr>
            <a:picLocks noChangeAspect="1"/>
          </p:cNvPicPr>
          <p:nvPr/>
        </p:nvPicPr>
        <p:blipFill rotWithShape="1">
          <a:blip r:embed="rId4">
            <a:extLst>
              <a:ext uri="{28A0092B-C50C-407E-A947-70E740481C1C}">
                <a14:useLocalDpi xmlns:a14="http://schemas.microsoft.com/office/drawing/2010/main" val="0"/>
              </a:ext>
            </a:extLst>
          </a:blip>
          <a:srcRect l="307" t="61154" r="40298"/>
          <a:stretch/>
        </p:blipFill>
        <p:spPr bwMode="auto">
          <a:xfrm>
            <a:off x="625465" y="1525325"/>
            <a:ext cx="3518324" cy="1840298"/>
          </a:xfrm>
          <a:prstGeom prst="rect">
            <a:avLst/>
          </a:prstGeom>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12B42145-54FA-26AD-E19A-930BCB6BDC7B}"/>
              </a:ext>
            </a:extLst>
          </p:cNvPr>
          <p:cNvPicPr>
            <a:picLocks noChangeAspect="1"/>
          </p:cNvPicPr>
          <p:nvPr/>
        </p:nvPicPr>
        <p:blipFill rotWithShape="1">
          <a:blip r:embed="rId5">
            <a:extLst>
              <a:ext uri="{28A0092B-C50C-407E-A947-70E740481C1C}">
                <a14:useLocalDpi xmlns:a14="http://schemas.microsoft.com/office/drawing/2010/main" val="0"/>
              </a:ext>
            </a:extLst>
          </a:blip>
          <a:srcRect l="739" t="58019" r="36772" b="-1407"/>
          <a:stretch/>
        </p:blipFill>
        <p:spPr bwMode="auto">
          <a:xfrm>
            <a:off x="610398" y="3483693"/>
            <a:ext cx="3525478" cy="771322"/>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2970AFA5-D6C1-7A36-E870-B6EC34AAD6A1}"/>
              </a:ext>
            </a:extLst>
          </p:cNvPr>
          <p:cNvSpPr txBox="1"/>
          <p:nvPr/>
        </p:nvSpPr>
        <p:spPr>
          <a:xfrm>
            <a:off x="334658" y="536027"/>
            <a:ext cx="4036168" cy="584775"/>
          </a:xfrm>
          <a:prstGeom prst="rect">
            <a:avLst/>
          </a:prstGeom>
          <a:solidFill>
            <a:schemeClr val="tx1">
              <a:lumMod val="10000"/>
              <a:lumOff val="90000"/>
              <a:alpha val="47000"/>
            </a:schemeClr>
          </a:solidFill>
        </p:spPr>
        <p:txBody>
          <a:bodyPr wrap="square" rtlCol="0">
            <a:spAutoFit/>
          </a:bodyPr>
          <a:lstStyle/>
          <a:p>
            <a:pPr algn="ctr"/>
            <a:r>
              <a:rPr lang="en-GB" sz="3200" dirty="0">
                <a:solidFill>
                  <a:schemeClr val="bg1">
                    <a:lumMod val="25000"/>
                  </a:schemeClr>
                </a:solidFill>
                <a:latin typeface="Bebas Neue" panose="020B0606020202050201" pitchFamily="34" charset="0"/>
              </a:rPr>
              <a:t>Search passenger with id</a:t>
            </a:r>
          </a:p>
        </p:txBody>
      </p:sp>
      <p:pic>
        <p:nvPicPr>
          <p:cNvPr id="6" name="Picture 5" descr="A computer screen shot of a program&#10;&#10;Description automatically generated">
            <a:extLst>
              <a:ext uri="{FF2B5EF4-FFF2-40B4-BE49-F238E27FC236}">
                <a16:creationId xmlns:a16="http://schemas.microsoft.com/office/drawing/2014/main" id="{4E96F6F6-A83D-94FF-799A-B108A79FFBA6}"/>
              </a:ext>
            </a:extLst>
          </p:cNvPr>
          <p:cNvPicPr>
            <a:picLocks noChangeAspect="1"/>
          </p:cNvPicPr>
          <p:nvPr/>
        </p:nvPicPr>
        <p:blipFill>
          <a:blip r:embed="rId6"/>
          <a:stretch>
            <a:fillRect/>
          </a:stretch>
        </p:blipFill>
        <p:spPr>
          <a:xfrm>
            <a:off x="4370826" y="1594974"/>
            <a:ext cx="4679777" cy="2491322"/>
          </a:xfrm>
          <a:prstGeom prst="rect">
            <a:avLst/>
          </a:prstGeom>
          <a:ln w="38100">
            <a:solidFill>
              <a:schemeClr val="bg2">
                <a:lumMod val="20000"/>
                <a:lumOff val="80000"/>
              </a:schemeClr>
            </a:solidFill>
          </a:ln>
        </p:spPr>
      </p:pic>
    </p:spTree>
    <p:extLst>
      <p:ext uri="{BB962C8B-B14F-4D97-AF65-F5344CB8AC3E}">
        <p14:creationId xmlns:p14="http://schemas.microsoft.com/office/powerpoint/2010/main" val="1379170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sp>
        <p:nvSpPr>
          <p:cNvPr id="5386" name="Google Shape;5386;p50"/>
          <p:cNvSpPr txBox="1">
            <a:spLocks noGrp="1"/>
          </p:cNvSpPr>
          <p:nvPr>
            <p:ph type="subTitle" idx="1"/>
          </p:nvPr>
        </p:nvSpPr>
        <p:spPr>
          <a:xfrm>
            <a:off x="4572000" y="536027"/>
            <a:ext cx="4382477" cy="1220216"/>
          </a:xfrm>
          <a:prstGeom prst="rect">
            <a:avLst/>
          </a:prstGeom>
        </p:spPr>
        <p:txBody>
          <a:bodyPr spcFirstLastPara="1" wrap="square" lIns="91425" tIns="91425" rIns="91425" bIns="91425" anchor="b" anchorCtr="0">
            <a:noAutofit/>
          </a:bodyPr>
          <a:lstStyle/>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Allows managers to search for a passenger by their name and display their information.</a:t>
            </a:r>
          </a:p>
          <a:p>
            <a:pPr marL="0" marR="0" algn="l">
              <a:lnSpc>
                <a:spcPct val="107000"/>
              </a:lnSpc>
              <a:spcBef>
                <a:spcPts val="0"/>
              </a:spcBef>
              <a:spcAft>
                <a:spcPts val="800"/>
              </a:spcAft>
            </a:pPr>
            <a:endParaRPr lang="en-US" sz="1800" kern="100" dirty="0">
              <a:latin typeface="Times New Roman" panose="02020603050405020304" pitchFamily="18" charset="0"/>
              <a:cs typeface="Arial" panose="020B0604020202020204" pitchFamily="34" charset="0"/>
            </a:endParaRPr>
          </a:p>
        </p:txBody>
      </p:sp>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3" name="Picture 2">
            <a:extLst>
              <a:ext uri="{FF2B5EF4-FFF2-40B4-BE49-F238E27FC236}">
                <a16:creationId xmlns:a16="http://schemas.microsoft.com/office/drawing/2014/main" id="{E4986BD9-8113-1439-134A-67391B37E0F2}"/>
              </a:ext>
            </a:extLst>
          </p:cNvPr>
          <p:cNvPicPr>
            <a:picLocks noChangeAspect="1"/>
          </p:cNvPicPr>
          <p:nvPr/>
        </p:nvPicPr>
        <p:blipFill rotWithShape="1">
          <a:blip r:embed="rId4">
            <a:extLst>
              <a:ext uri="{28A0092B-C50C-407E-A947-70E740481C1C}">
                <a14:useLocalDpi xmlns:a14="http://schemas.microsoft.com/office/drawing/2010/main" val="0"/>
              </a:ext>
            </a:extLst>
          </a:blip>
          <a:srcRect l="594" t="61635" r="40148"/>
          <a:stretch/>
        </p:blipFill>
        <p:spPr bwMode="auto">
          <a:xfrm>
            <a:off x="722840" y="1578873"/>
            <a:ext cx="3530114" cy="1755912"/>
          </a:xfrm>
          <a:prstGeom prst="rect">
            <a:avLst/>
          </a:prstGeom>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281A7FD6-89AB-7D31-0522-6D772375752E}"/>
              </a:ext>
            </a:extLst>
          </p:cNvPr>
          <p:cNvPicPr>
            <a:picLocks noChangeAspect="1"/>
          </p:cNvPicPr>
          <p:nvPr/>
        </p:nvPicPr>
        <p:blipFill rotWithShape="1">
          <a:blip r:embed="rId5">
            <a:extLst>
              <a:ext uri="{28A0092B-C50C-407E-A947-70E740481C1C}">
                <a14:useLocalDpi xmlns:a14="http://schemas.microsoft.com/office/drawing/2010/main" val="0"/>
              </a:ext>
            </a:extLst>
          </a:blip>
          <a:srcRect l="200" t="60984" r="22122" b="-908"/>
          <a:stretch/>
        </p:blipFill>
        <p:spPr bwMode="auto">
          <a:xfrm>
            <a:off x="725059" y="3431978"/>
            <a:ext cx="3541503" cy="653374"/>
          </a:xfrm>
          <a:prstGeom prst="rect">
            <a:avLst/>
          </a:prstGeom>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72D7AAED-4109-DFCB-B249-FF3C3EA344A0}"/>
              </a:ext>
            </a:extLst>
          </p:cNvPr>
          <p:cNvSpPr txBox="1"/>
          <p:nvPr/>
        </p:nvSpPr>
        <p:spPr>
          <a:xfrm>
            <a:off x="334658" y="536027"/>
            <a:ext cx="4105510" cy="584775"/>
          </a:xfrm>
          <a:prstGeom prst="rect">
            <a:avLst/>
          </a:prstGeom>
          <a:solidFill>
            <a:schemeClr val="tx1">
              <a:lumMod val="10000"/>
              <a:lumOff val="90000"/>
              <a:alpha val="47000"/>
            </a:schemeClr>
          </a:solidFill>
        </p:spPr>
        <p:txBody>
          <a:bodyPr wrap="square" rtlCol="0">
            <a:spAutoFit/>
          </a:bodyPr>
          <a:lstStyle/>
          <a:p>
            <a:pPr algn="ctr"/>
            <a:r>
              <a:rPr lang="en-GB" sz="3200" dirty="0">
                <a:solidFill>
                  <a:schemeClr val="bg1">
                    <a:lumMod val="25000"/>
                  </a:schemeClr>
                </a:solidFill>
                <a:latin typeface="Bebas Neue" panose="020B0606020202050201" pitchFamily="34" charset="0"/>
              </a:rPr>
              <a:t>Search passenger with name</a:t>
            </a:r>
          </a:p>
        </p:txBody>
      </p:sp>
      <p:pic>
        <p:nvPicPr>
          <p:cNvPr id="5" name="Picture 4" descr="A computer screen shot of a program&#10;&#10;Description automatically generated">
            <a:extLst>
              <a:ext uri="{FF2B5EF4-FFF2-40B4-BE49-F238E27FC236}">
                <a16:creationId xmlns:a16="http://schemas.microsoft.com/office/drawing/2014/main" id="{2AF4CD59-4EF8-5CF8-9C8D-8835C0001D9D}"/>
              </a:ext>
            </a:extLst>
          </p:cNvPr>
          <p:cNvPicPr>
            <a:picLocks noChangeAspect="1"/>
          </p:cNvPicPr>
          <p:nvPr/>
        </p:nvPicPr>
        <p:blipFill>
          <a:blip r:embed="rId6"/>
          <a:stretch>
            <a:fillRect/>
          </a:stretch>
        </p:blipFill>
        <p:spPr>
          <a:xfrm>
            <a:off x="4354854" y="1414906"/>
            <a:ext cx="4697970" cy="3125510"/>
          </a:xfrm>
          <a:prstGeom prst="rect">
            <a:avLst/>
          </a:prstGeom>
          <a:ln w="38100">
            <a:solidFill>
              <a:schemeClr val="bg2">
                <a:lumMod val="20000"/>
                <a:lumOff val="80000"/>
              </a:schemeClr>
            </a:solidFill>
          </a:ln>
        </p:spPr>
      </p:pic>
    </p:spTree>
    <p:extLst>
      <p:ext uri="{BB962C8B-B14F-4D97-AF65-F5344CB8AC3E}">
        <p14:creationId xmlns:p14="http://schemas.microsoft.com/office/powerpoint/2010/main" val="42740277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sp>
        <p:nvSpPr>
          <p:cNvPr id="5386" name="Google Shape;5386;p50"/>
          <p:cNvSpPr txBox="1">
            <a:spLocks noGrp="1"/>
          </p:cNvSpPr>
          <p:nvPr>
            <p:ph type="subTitle" idx="1"/>
          </p:nvPr>
        </p:nvSpPr>
        <p:spPr>
          <a:xfrm>
            <a:off x="4676054" y="587648"/>
            <a:ext cx="4033849" cy="888091"/>
          </a:xfrm>
          <a:prstGeom prst="rect">
            <a:avLst/>
          </a:prstGeom>
        </p:spPr>
        <p:txBody>
          <a:bodyPr spcFirstLastPara="1" wrap="square" lIns="91425" tIns="91425" rIns="91425" bIns="91425" anchor="b" anchorCtr="0">
            <a:noAutofit/>
          </a:bodyPr>
          <a:lstStyle/>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Displays information for all passengers</a:t>
            </a:r>
            <a:r>
              <a:rPr lang="en-US" sz="1800" kern="100" dirty="0">
                <a:solidFill>
                  <a:srgbClr val="0D0D0D"/>
                </a:solidFill>
                <a:effectLst/>
                <a:latin typeface="Times New Roman" panose="02020603050405020304" pitchFamily="18" charset="0"/>
                <a:ea typeface="Calibri" panose="020F0502020204030204" pitchFamily="34" charset="0"/>
                <a:cs typeface="Arial" panose="020B0604020202020204" pitchFamily="34" charset="0"/>
              </a:rPr>
              <a: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endParaRPr lang="en-US" sz="1800" kern="100" dirty="0">
              <a:latin typeface="Times New Roman" panose="02020603050405020304" pitchFamily="18" charset="0"/>
              <a:cs typeface="Arial" panose="020B0604020202020204" pitchFamily="34" charset="0"/>
            </a:endParaRPr>
          </a:p>
        </p:txBody>
      </p:sp>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3" name="Picture 2">
            <a:extLst>
              <a:ext uri="{FF2B5EF4-FFF2-40B4-BE49-F238E27FC236}">
                <a16:creationId xmlns:a16="http://schemas.microsoft.com/office/drawing/2014/main" id="{EC3D68E0-2B7B-A2AA-DEEC-774D72476F1F}"/>
              </a:ext>
            </a:extLst>
          </p:cNvPr>
          <p:cNvPicPr>
            <a:picLocks noChangeAspect="1"/>
          </p:cNvPicPr>
          <p:nvPr/>
        </p:nvPicPr>
        <p:blipFill rotWithShape="1">
          <a:blip r:embed="rId4">
            <a:extLst>
              <a:ext uri="{28A0092B-C50C-407E-A947-70E740481C1C}">
                <a14:useLocalDpi xmlns:a14="http://schemas.microsoft.com/office/drawing/2010/main" val="0"/>
              </a:ext>
            </a:extLst>
          </a:blip>
          <a:srcRect l="154" t="3179" r="15742" b="3094"/>
          <a:stretch/>
        </p:blipFill>
        <p:spPr bwMode="auto">
          <a:xfrm>
            <a:off x="1808203" y="1281982"/>
            <a:ext cx="3141090" cy="3548442"/>
          </a:xfrm>
          <a:prstGeom prst="rect">
            <a:avLst/>
          </a:prstGeom>
          <a:ln>
            <a:noFill/>
          </a:ln>
          <a:extLst>
            <a:ext uri="{53640926-AAD7-44D8-BBD7-CCE9431645EC}">
              <a14:shadowObscured xmlns:a14="http://schemas.microsoft.com/office/drawing/2010/main"/>
            </a:ext>
          </a:extLst>
        </p:spPr>
      </p:pic>
      <p:pic>
        <p:nvPicPr>
          <p:cNvPr id="2" name="Picture 1" descr="A screenshot of a computer code&#10;&#10;Description automatically generated">
            <a:extLst>
              <a:ext uri="{FF2B5EF4-FFF2-40B4-BE49-F238E27FC236}">
                <a16:creationId xmlns:a16="http://schemas.microsoft.com/office/drawing/2014/main" id="{FC6335E3-10B2-777C-F8CB-33E3AAB57E9D}"/>
              </a:ext>
            </a:extLst>
          </p:cNvPr>
          <p:cNvPicPr>
            <a:picLocks noChangeAspect="1"/>
          </p:cNvPicPr>
          <p:nvPr/>
        </p:nvPicPr>
        <p:blipFill>
          <a:blip r:embed="rId5"/>
          <a:stretch>
            <a:fillRect/>
          </a:stretch>
        </p:blipFill>
        <p:spPr>
          <a:xfrm>
            <a:off x="5435490" y="1039165"/>
            <a:ext cx="3479005" cy="3972123"/>
          </a:xfrm>
          <a:prstGeom prst="rect">
            <a:avLst/>
          </a:prstGeom>
          <a:ln w="38100">
            <a:solidFill>
              <a:schemeClr val="bg2">
                <a:lumMod val="20000"/>
                <a:lumOff val="80000"/>
              </a:schemeClr>
            </a:solidFill>
          </a:ln>
        </p:spPr>
      </p:pic>
      <p:sp>
        <p:nvSpPr>
          <p:cNvPr id="4" name="TextBox 3">
            <a:extLst>
              <a:ext uri="{FF2B5EF4-FFF2-40B4-BE49-F238E27FC236}">
                <a16:creationId xmlns:a16="http://schemas.microsoft.com/office/drawing/2014/main" id="{80A55D56-8CF1-9666-ED8E-D3C4CA91D477}"/>
              </a:ext>
            </a:extLst>
          </p:cNvPr>
          <p:cNvSpPr txBox="1"/>
          <p:nvPr/>
        </p:nvSpPr>
        <p:spPr>
          <a:xfrm>
            <a:off x="334658" y="536027"/>
            <a:ext cx="4105510" cy="584775"/>
          </a:xfrm>
          <a:prstGeom prst="rect">
            <a:avLst/>
          </a:prstGeom>
          <a:solidFill>
            <a:schemeClr val="tx1">
              <a:lumMod val="10000"/>
              <a:lumOff val="90000"/>
              <a:alpha val="47000"/>
            </a:schemeClr>
          </a:solidFill>
        </p:spPr>
        <p:txBody>
          <a:bodyPr wrap="square" rtlCol="0">
            <a:spAutoFit/>
          </a:bodyPr>
          <a:lstStyle/>
          <a:p>
            <a:pPr algn="ctr"/>
            <a:r>
              <a:rPr lang="en-GB" sz="3200" dirty="0">
                <a:solidFill>
                  <a:schemeClr val="bg1">
                    <a:lumMod val="25000"/>
                  </a:schemeClr>
                </a:solidFill>
                <a:latin typeface="Bebas Neue" panose="020B0606020202050201" pitchFamily="34" charset="0"/>
              </a:rPr>
              <a:t>Display all passengers</a:t>
            </a:r>
          </a:p>
        </p:txBody>
      </p:sp>
    </p:spTree>
    <p:extLst>
      <p:ext uri="{BB962C8B-B14F-4D97-AF65-F5344CB8AC3E}">
        <p14:creationId xmlns:p14="http://schemas.microsoft.com/office/powerpoint/2010/main" val="19323322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385"/>
        <p:cNvGrpSpPr/>
        <p:nvPr/>
      </p:nvGrpSpPr>
      <p:grpSpPr>
        <a:xfrm>
          <a:off x="0" y="0"/>
          <a:ext cx="0" cy="0"/>
          <a:chOff x="0" y="0"/>
          <a:chExt cx="0" cy="0"/>
        </a:xfrm>
      </p:grpSpPr>
      <p:sp>
        <p:nvSpPr>
          <p:cNvPr id="5386" name="Google Shape;5386;p50"/>
          <p:cNvSpPr txBox="1">
            <a:spLocks noGrp="1"/>
          </p:cNvSpPr>
          <p:nvPr>
            <p:ph type="subTitle" idx="1"/>
          </p:nvPr>
        </p:nvSpPr>
        <p:spPr>
          <a:xfrm>
            <a:off x="5416563" y="592692"/>
            <a:ext cx="2435335" cy="888091"/>
          </a:xfrm>
          <a:prstGeom prst="rect">
            <a:avLst/>
          </a:prstGeom>
        </p:spPr>
        <p:txBody>
          <a:bodyPr spcFirstLastPara="1" wrap="square" lIns="91425" tIns="91425" rIns="91425" bIns="91425" anchor="b" anchorCtr="0">
            <a:noAutofit/>
          </a:bodyPr>
          <a:lstStyle/>
          <a:p>
            <a:pPr marL="0" marR="0" algn="l">
              <a:lnSpc>
                <a:spcPct val="107000"/>
              </a:lnSpc>
              <a:spcBef>
                <a:spcPts val="0"/>
              </a:spcBef>
              <a:spcAft>
                <a:spcPts val="800"/>
              </a:spcAft>
            </a:pPr>
            <a:r>
              <a:rPr lang="en-US" sz="1800" kern="100" dirty="0">
                <a:latin typeface="Times New Roman" panose="02020603050405020304" pitchFamily="18" charset="0"/>
                <a:cs typeface="Arial" panose="020B0604020202020204" pitchFamily="34" charset="0"/>
              </a:rPr>
              <a:t>Exits the program.</a:t>
            </a:r>
          </a:p>
          <a:p>
            <a:pPr marL="0" marR="0" algn="l">
              <a:lnSpc>
                <a:spcPct val="107000"/>
              </a:lnSpc>
              <a:spcBef>
                <a:spcPts val="0"/>
              </a:spcBef>
              <a:spcAft>
                <a:spcPts val="800"/>
              </a:spcAft>
            </a:pPr>
            <a:endParaRPr lang="en-US" sz="1800" kern="100" dirty="0">
              <a:latin typeface="Times New Roman" panose="02020603050405020304" pitchFamily="18" charset="0"/>
              <a:cs typeface="Arial" panose="020B0604020202020204" pitchFamily="34" charset="0"/>
            </a:endParaRPr>
          </a:p>
        </p:txBody>
      </p:sp>
      <p:pic>
        <p:nvPicPr>
          <p:cNvPr id="5388" name="Google Shape;5388;p50"/>
          <p:cNvPicPr preferRelativeResize="0"/>
          <p:nvPr/>
        </p:nvPicPr>
        <p:blipFill rotWithShape="1">
          <a:blip r:embed="rId3">
            <a:alphaModFix/>
          </a:blip>
          <a:srcRect t="19190" b="19184"/>
          <a:stretch/>
        </p:blipFill>
        <p:spPr>
          <a:xfrm>
            <a:off x="-925075" y="3648073"/>
            <a:ext cx="5295901" cy="1458174"/>
          </a:xfrm>
          <a:prstGeom prst="rect">
            <a:avLst/>
          </a:prstGeom>
          <a:noFill/>
          <a:ln>
            <a:noFill/>
          </a:ln>
        </p:spPr>
      </p:pic>
      <p:grpSp>
        <p:nvGrpSpPr>
          <p:cNvPr id="5389" name="Google Shape;5389;p50"/>
          <p:cNvGrpSpPr/>
          <p:nvPr/>
        </p:nvGrpSpPr>
        <p:grpSpPr>
          <a:xfrm rot="-6763842">
            <a:off x="-62244" y="2380336"/>
            <a:ext cx="2260933" cy="1672792"/>
            <a:chOff x="2930094" y="930105"/>
            <a:chExt cx="5076264" cy="3755764"/>
          </a:xfrm>
        </p:grpSpPr>
        <p:sp>
          <p:nvSpPr>
            <p:cNvPr id="5390" name="Google Shape;5390;p50"/>
            <p:cNvSpPr/>
            <p:nvPr/>
          </p:nvSpPr>
          <p:spPr>
            <a:xfrm>
              <a:off x="2930094" y="1360141"/>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1" name="Google Shape;5391;p50"/>
            <p:cNvGrpSpPr/>
            <p:nvPr/>
          </p:nvGrpSpPr>
          <p:grpSpPr>
            <a:xfrm>
              <a:off x="4138184" y="930105"/>
              <a:ext cx="3868174" cy="3755764"/>
              <a:chOff x="4138184" y="930105"/>
              <a:chExt cx="3868174" cy="3755764"/>
            </a:xfrm>
          </p:grpSpPr>
          <p:sp>
            <p:nvSpPr>
              <p:cNvPr id="5392" name="Google Shape;5392;p5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5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5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5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5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5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5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5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5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5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5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5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5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5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5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5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5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5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5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5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5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5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527" name="Google Shape;5527;p50"/>
          <p:cNvSpPr/>
          <p:nvPr/>
        </p:nvSpPr>
        <p:spPr>
          <a:xfrm>
            <a:off x="1809750" y="3752850"/>
            <a:ext cx="7429500" cy="1383250"/>
          </a:xfrm>
          <a:custGeom>
            <a:avLst/>
            <a:gdLst/>
            <a:ahLst/>
            <a:cxnLst/>
            <a:rect l="l" t="t" r="r" b="b"/>
            <a:pathLst>
              <a:path w="297180" h="55330" extrusionOk="0">
                <a:moveTo>
                  <a:pt x="0" y="0"/>
                </a:moveTo>
                <a:cubicBezTo>
                  <a:pt x="19721" y="4930"/>
                  <a:pt x="43287" y="14142"/>
                  <a:pt x="51435" y="32766"/>
                </a:cubicBezTo>
                <a:cubicBezTo>
                  <a:pt x="53981" y="38585"/>
                  <a:pt x="55949" y="46994"/>
                  <a:pt x="51816" y="51816"/>
                </a:cubicBezTo>
                <a:cubicBezTo>
                  <a:pt x="48262" y="55962"/>
                  <a:pt x="37461" y="56886"/>
                  <a:pt x="35433" y="51816"/>
                </a:cubicBezTo>
                <a:cubicBezTo>
                  <a:pt x="32731" y="45062"/>
                  <a:pt x="44738" y="40185"/>
                  <a:pt x="51054" y="36576"/>
                </a:cubicBezTo>
                <a:cubicBezTo>
                  <a:pt x="62112" y="30257"/>
                  <a:pt x="75141" y="23029"/>
                  <a:pt x="87630" y="25527"/>
                </a:cubicBezTo>
                <a:cubicBezTo>
                  <a:pt x="106213" y="29244"/>
                  <a:pt x="117990" y="51630"/>
                  <a:pt x="136779" y="54102"/>
                </a:cubicBezTo>
                <a:cubicBezTo>
                  <a:pt x="144218" y="55081"/>
                  <a:pt x="152207" y="55523"/>
                  <a:pt x="159258" y="52959"/>
                </a:cubicBezTo>
                <a:cubicBezTo>
                  <a:pt x="172662" y="48085"/>
                  <a:pt x="184087" y="37603"/>
                  <a:pt x="198120" y="35052"/>
                </a:cubicBezTo>
                <a:cubicBezTo>
                  <a:pt x="222297" y="30656"/>
                  <a:pt x="248456" y="53322"/>
                  <a:pt x="271272" y="44196"/>
                </a:cubicBezTo>
                <a:cubicBezTo>
                  <a:pt x="276809" y="41981"/>
                  <a:pt x="276606" y="33528"/>
                  <a:pt x="279273" y="28194"/>
                </a:cubicBezTo>
                <a:cubicBezTo>
                  <a:pt x="282670" y="21399"/>
                  <a:pt x="289973" y="16499"/>
                  <a:pt x="297180" y="14097"/>
                </a:cubicBezTo>
              </a:path>
            </a:pathLst>
          </a:custGeom>
          <a:noFill/>
          <a:ln w="19050" cap="flat" cmpd="sng">
            <a:solidFill>
              <a:schemeClr val="accent5"/>
            </a:solidFill>
            <a:prstDash val="dash"/>
            <a:round/>
            <a:headEnd type="none" w="med" len="med"/>
            <a:tailEnd type="none" w="med" len="med"/>
          </a:ln>
        </p:spPr>
        <p:txBody>
          <a:bodyPr/>
          <a:lstStyle/>
          <a:p>
            <a:endParaRPr lang="en-US"/>
          </a:p>
        </p:txBody>
      </p:sp>
      <p:pic>
        <p:nvPicPr>
          <p:cNvPr id="2" name="Picture 1">
            <a:extLst>
              <a:ext uri="{FF2B5EF4-FFF2-40B4-BE49-F238E27FC236}">
                <a16:creationId xmlns:a16="http://schemas.microsoft.com/office/drawing/2014/main" id="{0C458360-D933-B5DF-6014-F7F099311A00}"/>
              </a:ext>
            </a:extLst>
          </p:cNvPr>
          <p:cNvPicPr>
            <a:picLocks noChangeAspect="1"/>
          </p:cNvPicPr>
          <p:nvPr/>
        </p:nvPicPr>
        <p:blipFill rotWithShape="1">
          <a:blip r:embed="rId4">
            <a:extLst>
              <a:ext uri="{28A0092B-C50C-407E-A947-70E740481C1C}">
                <a14:useLocalDpi xmlns:a14="http://schemas.microsoft.com/office/drawing/2010/main" val="0"/>
              </a:ext>
            </a:extLst>
          </a:blip>
          <a:srcRect l="142" r="7728"/>
          <a:stretch/>
        </p:blipFill>
        <p:spPr bwMode="auto">
          <a:xfrm>
            <a:off x="567284" y="2921662"/>
            <a:ext cx="3664396" cy="1513396"/>
          </a:xfrm>
          <a:prstGeom prst="rect">
            <a:avLst/>
          </a:prstGeom>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56242211-B35B-95D2-102D-D0C284AA526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36" r="11492"/>
          <a:stretch/>
        </p:blipFill>
        <p:spPr bwMode="auto">
          <a:xfrm>
            <a:off x="580421" y="1293639"/>
            <a:ext cx="3652589" cy="1515226"/>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F52D21F2-364F-974F-3FCC-0F0E20B84A9F}"/>
              </a:ext>
            </a:extLst>
          </p:cNvPr>
          <p:cNvSpPr txBox="1"/>
          <p:nvPr/>
        </p:nvSpPr>
        <p:spPr>
          <a:xfrm>
            <a:off x="334658" y="536027"/>
            <a:ext cx="3211624" cy="584775"/>
          </a:xfrm>
          <a:prstGeom prst="rect">
            <a:avLst/>
          </a:prstGeom>
          <a:solidFill>
            <a:schemeClr val="tx1">
              <a:lumMod val="10000"/>
              <a:lumOff val="90000"/>
              <a:alpha val="47000"/>
            </a:schemeClr>
          </a:solidFill>
        </p:spPr>
        <p:txBody>
          <a:bodyPr wrap="square" rtlCol="0">
            <a:spAutoFit/>
          </a:bodyPr>
          <a:lstStyle/>
          <a:p>
            <a:pPr algn="ctr"/>
            <a:r>
              <a:rPr lang="en-GB" sz="3200" dirty="0">
                <a:solidFill>
                  <a:schemeClr val="bg1">
                    <a:lumMod val="25000"/>
                  </a:schemeClr>
                </a:solidFill>
                <a:latin typeface="Bebas Neue" panose="020B0606020202050201" pitchFamily="34" charset="0"/>
              </a:rPr>
              <a:t>exit</a:t>
            </a:r>
          </a:p>
        </p:txBody>
      </p:sp>
      <p:pic>
        <p:nvPicPr>
          <p:cNvPr id="5" name="Picture 4" descr="A computer code with text&#10;&#10;Description automatically generated">
            <a:extLst>
              <a:ext uri="{FF2B5EF4-FFF2-40B4-BE49-F238E27FC236}">
                <a16:creationId xmlns:a16="http://schemas.microsoft.com/office/drawing/2014/main" id="{B63F634B-194B-8D56-1E36-5299A965FA7F}"/>
              </a:ext>
            </a:extLst>
          </p:cNvPr>
          <p:cNvPicPr>
            <a:picLocks noChangeAspect="1"/>
          </p:cNvPicPr>
          <p:nvPr/>
        </p:nvPicPr>
        <p:blipFill>
          <a:blip r:embed="rId6"/>
          <a:stretch>
            <a:fillRect/>
          </a:stretch>
        </p:blipFill>
        <p:spPr>
          <a:xfrm>
            <a:off x="4421497" y="1340720"/>
            <a:ext cx="4620441" cy="1387033"/>
          </a:xfrm>
          <a:prstGeom prst="rect">
            <a:avLst/>
          </a:prstGeom>
          <a:ln w="38100">
            <a:solidFill>
              <a:schemeClr val="bg2">
                <a:lumMod val="20000"/>
                <a:lumOff val="80000"/>
              </a:schemeClr>
            </a:solidFill>
          </a:ln>
        </p:spPr>
      </p:pic>
      <p:pic>
        <p:nvPicPr>
          <p:cNvPr id="6" name="Picture 5" descr="A screenshot of a computer&#10;&#10;Description automatically generated">
            <a:extLst>
              <a:ext uri="{FF2B5EF4-FFF2-40B4-BE49-F238E27FC236}">
                <a16:creationId xmlns:a16="http://schemas.microsoft.com/office/drawing/2014/main" id="{7128FB51-BC5E-F8F1-4AC9-3A87289372A3}"/>
              </a:ext>
            </a:extLst>
          </p:cNvPr>
          <p:cNvPicPr>
            <a:picLocks noChangeAspect="1"/>
          </p:cNvPicPr>
          <p:nvPr/>
        </p:nvPicPr>
        <p:blipFill>
          <a:blip r:embed="rId7"/>
          <a:stretch>
            <a:fillRect/>
          </a:stretch>
        </p:blipFill>
        <p:spPr>
          <a:xfrm>
            <a:off x="4415407" y="2889989"/>
            <a:ext cx="4649429" cy="1432528"/>
          </a:xfrm>
          <a:prstGeom prst="rect">
            <a:avLst/>
          </a:prstGeom>
          <a:ln w="38100">
            <a:solidFill>
              <a:schemeClr val="bg2">
                <a:lumMod val="20000"/>
                <a:lumOff val="80000"/>
              </a:schemeClr>
            </a:solidFill>
          </a:ln>
        </p:spPr>
      </p:pic>
    </p:spTree>
    <p:extLst>
      <p:ext uri="{BB962C8B-B14F-4D97-AF65-F5344CB8AC3E}">
        <p14:creationId xmlns:p14="http://schemas.microsoft.com/office/powerpoint/2010/main" val="13842815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66"/>
        <p:cNvGrpSpPr/>
        <p:nvPr/>
      </p:nvGrpSpPr>
      <p:grpSpPr>
        <a:xfrm>
          <a:off x="0" y="0"/>
          <a:ext cx="0" cy="0"/>
          <a:chOff x="0" y="0"/>
          <a:chExt cx="0" cy="0"/>
        </a:xfrm>
      </p:grpSpPr>
      <p:sp>
        <p:nvSpPr>
          <p:cNvPr id="3967" name="Google Shape;3967;p40"/>
          <p:cNvSpPr txBox="1">
            <a:spLocks noGrp="1"/>
          </p:cNvSpPr>
          <p:nvPr>
            <p:ph type="title"/>
          </p:nvPr>
        </p:nvSpPr>
        <p:spPr>
          <a:xfrm>
            <a:off x="2977132" y="3497152"/>
            <a:ext cx="5453643"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conclusion</a:t>
            </a:r>
            <a:endParaRPr dirty="0"/>
          </a:p>
        </p:txBody>
      </p:sp>
      <p:sp>
        <p:nvSpPr>
          <p:cNvPr id="3968" name="Google Shape;3968;p40"/>
          <p:cNvSpPr txBox="1">
            <a:spLocks noGrp="1"/>
          </p:cNvSpPr>
          <p:nvPr>
            <p:ph type="title" idx="2"/>
          </p:nvPr>
        </p:nvSpPr>
        <p:spPr>
          <a:xfrm>
            <a:off x="7529875" y="2376450"/>
            <a:ext cx="90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grpSp>
        <p:nvGrpSpPr>
          <p:cNvPr id="3970" name="Google Shape;3970;p40"/>
          <p:cNvGrpSpPr/>
          <p:nvPr/>
        </p:nvGrpSpPr>
        <p:grpSpPr>
          <a:xfrm>
            <a:off x="4151753" y="1411443"/>
            <a:ext cx="1763602" cy="1672817"/>
            <a:chOff x="4138184" y="930105"/>
            <a:chExt cx="3959591" cy="3755764"/>
          </a:xfrm>
        </p:grpSpPr>
        <p:sp>
          <p:nvSpPr>
            <p:cNvPr id="3971" name="Google Shape;3971;p40"/>
            <p:cNvSpPr/>
            <p:nvPr/>
          </p:nvSpPr>
          <p:spPr>
            <a:xfrm>
              <a:off x="5909881" y="2233489"/>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2" name="Google Shape;3972;p40"/>
            <p:cNvGrpSpPr/>
            <p:nvPr/>
          </p:nvGrpSpPr>
          <p:grpSpPr>
            <a:xfrm>
              <a:off x="4138184" y="930105"/>
              <a:ext cx="3868174" cy="3755764"/>
              <a:chOff x="4138184" y="930105"/>
              <a:chExt cx="3868174" cy="3755764"/>
            </a:xfrm>
          </p:grpSpPr>
          <p:sp>
            <p:nvSpPr>
              <p:cNvPr id="3973" name="Google Shape;3973;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08" name="Google Shape;4108;p40"/>
          <p:cNvGrpSpPr/>
          <p:nvPr/>
        </p:nvGrpSpPr>
        <p:grpSpPr>
          <a:xfrm rot="-7355672">
            <a:off x="870850" y="88876"/>
            <a:ext cx="2053828" cy="1672589"/>
            <a:chOff x="3394530" y="930105"/>
            <a:chExt cx="4611828" cy="3755764"/>
          </a:xfrm>
        </p:grpSpPr>
        <p:sp>
          <p:nvSpPr>
            <p:cNvPr id="4109" name="Google Shape;4109;p40"/>
            <p:cNvSpPr/>
            <p:nvPr/>
          </p:nvSpPr>
          <p:spPr>
            <a:xfrm>
              <a:off x="3394530" y="1214097"/>
              <a:ext cx="2187893" cy="2136822"/>
            </a:xfrm>
            <a:custGeom>
              <a:avLst/>
              <a:gdLst/>
              <a:ahLst/>
              <a:cxnLst/>
              <a:rect l="l" t="t" r="r" b="b"/>
              <a:pathLst>
                <a:path w="101444" h="99076" extrusionOk="0">
                  <a:moveTo>
                    <a:pt x="14196" y="0"/>
                  </a:moveTo>
                  <a:lnTo>
                    <a:pt x="13949" y="247"/>
                  </a:lnTo>
                  <a:cubicBezTo>
                    <a:pt x="13167" y="1029"/>
                    <a:pt x="14217" y="2900"/>
                    <a:pt x="15657" y="4361"/>
                  </a:cubicBezTo>
                  <a:lnTo>
                    <a:pt x="47276" y="36103"/>
                  </a:lnTo>
                  <a:lnTo>
                    <a:pt x="49374" y="38223"/>
                  </a:lnTo>
                  <a:cubicBezTo>
                    <a:pt x="38492" y="44025"/>
                    <a:pt x="28062" y="50051"/>
                    <a:pt x="19956" y="55257"/>
                  </a:cubicBezTo>
                  <a:lnTo>
                    <a:pt x="640" y="54413"/>
                  </a:lnTo>
                  <a:lnTo>
                    <a:pt x="495" y="54577"/>
                  </a:lnTo>
                  <a:cubicBezTo>
                    <a:pt x="1" y="55194"/>
                    <a:pt x="105" y="56080"/>
                    <a:pt x="722" y="56574"/>
                  </a:cubicBezTo>
                  <a:lnTo>
                    <a:pt x="8806" y="63012"/>
                  </a:lnTo>
                  <a:cubicBezTo>
                    <a:pt x="3808" y="66983"/>
                    <a:pt x="3602" y="68320"/>
                    <a:pt x="3972" y="69060"/>
                  </a:cubicBezTo>
                  <a:cubicBezTo>
                    <a:pt x="4166" y="69418"/>
                    <a:pt x="4567" y="69740"/>
                    <a:pt x="5666" y="69740"/>
                  </a:cubicBezTo>
                  <a:cubicBezTo>
                    <a:pt x="6782" y="69740"/>
                    <a:pt x="8617" y="69408"/>
                    <a:pt x="11686" y="68443"/>
                  </a:cubicBezTo>
                  <a:lnTo>
                    <a:pt x="12489" y="78729"/>
                  </a:lnTo>
                  <a:cubicBezTo>
                    <a:pt x="12530" y="79121"/>
                    <a:pt x="12695" y="79470"/>
                    <a:pt x="12983" y="79717"/>
                  </a:cubicBezTo>
                  <a:cubicBezTo>
                    <a:pt x="13234" y="79932"/>
                    <a:pt x="13548" y="80054"/>
                    <a:pt x="13884" y="80054"/>
                  </a:cubicBezTo>
                  <a:cubicBezTo>
                    <a:pt x="13932" y="80054"/>
                    <a:pt x="13982" y="80051"/>
                    <a:pt x="14031" y="80046"/>
                  </a:cubicBezTo>
                  <a:lnTo>
                    <a:pt x="14237" y="80026"/>
                  </a:lnTo>
                  <a:lnTo>
                    <a:pt x="14258" y="79985"/>
                  </a:lnTo>
                  <a:lnTo>
                    <a:pt x="14319" y="79985"/>
                  </a:lnTo>
                  <a:lnTo>
                    <a:pt x="21561" y="68176"/>
                  </a:lnTo>
                  <a:lnTo>
                    <a:pt x="21582" y="68176"/>
                  </a:lnTo>
                  <a:lnTo>
                    <a:pt x="24421" y="63527"/>
                  </a:lnTo>
                  <a:cubicBezTo>
                    <a:pt x="33163" y="59762"/>
                    <a:pt x="43902" y="54558"/>
                    <a:pt x="54703" y="48838"/>
                  </a:cubicBezTo>
                  <a:lnTo>
                    <a:pt x="55505" y="52007"/>
                  </a:lnTo>
                  <a:lnTo>
                    <a:pt x="63981" y="95351"/>
                  </a:lnTo>
                  <a:cubicBezTo>
                    <a:pt x="64351" y="97244"/>
                    <a:pt x="65236" y="99076"/>
                    <a:pt x="66265" y="99076"/>
                  </a:cubicBezTo>
                  <a:lnTo>
                    <a:pt x="66430" y="99076"/>
                  </a:lnTo>
                  <a:lnTo>
                    <a:pt x="66759" y="99013"/>
                  </a:lnTo>
                  <a:lnTo>
                    <a:pt x="66759" y="98994"/>
                  </a:lnTo>
                  <a:lnTo>
                    <a:pt x="66800" y="98994"/>
                  </a:lnTo>
                  <a:lnTo>
                    <a:pt x="68322" y="70645"/>
                  </a:lnTo>
                  <a:cubicBezTo>
                    <a:pt x="68671" y="70480"/>
                    <a:pt x="69000" y="70294"/>
                    <a:pt x="69351" y="70110"/>
                  </a:cubicBezTo>
                  <a:cubicBezTo>
                    <a:pt x="69433" y="70069"/>
                    <a:pt x="69515" y="70028"/>
                    <a:pt x="69576" y="69987"/>
                  </a:cubicBezTo>
                  <a:cubicBezTo>
                    <a:pt x="71614" y="68917"/>
                    <a:pt x="73444" y="67785"/>
                    <a:pt x="74760" y="66797"/>
                  </a:cubicBezTo>
                  <a:cubicBezTo>
                    <a:pt x="76777" y="65296"/>
                    <a:pt x="76839" y="64679"/>
                    <a:pt x="76633" y="64287"/>
                  </a:cubicBezTo>
                  <a:cubicBezTo>
                    <a:pt x="76511" y="64078"/>
                    <a:pt x="76301" y="63892"/>
                    <a:pt x="75762" y="63892"/>
                  </a:cubicBezTo>
                  <a:cubicBezTo>
                    <a:pt x="75297" y="63892"/>
                    <a:pt x="74590" y="64030"/>
                    <a:pt x="73485" y="64411"/>
                  </a:cubicBezTo>
                  <a:cubicBezTo>
                    <a:pt x="72107" y="64905"/>
                    <a:pt x="70379" y="65667"/>
                    <a:pt x="68548" y="66613"/>
                  </a:cubicBezTo>
                  <a:lnTo>
                    <a:pt x="68753" y="62910"/>
                  </a:lnTo>
                  <a:lnTo>
                    <a:pt x="68816" y="62888"/>
                  </a:lnTo>
                  <a:lnTo>
                    <a:pt x="68816" y="62024"/>
                  </a:lnTo>
                  <a:cubicBezTo>
                    <a:pt x="68877" y="61983"/>
                    <a:pt x="68939" y="61964"/>
                    <a:pt x="69022" y="61922"/>
                  </a:cubicBezTo>
                  <a:cubicBezTo>
                    <a:pt x="69617" y="61634"/>
                    <a:pt x="70235" y="61325"/>
                    <a:pt x="70852" y="60996"/>
                  </a:cubicBezTo>
                  <a:cubicBezTo>
                    <a:pt x="71263" y="60770"/>
                    <a:pt x="71655" y="60565"/>
                    <a:pt x="72045" y="60338"/>
                  </a:cubicBezTo>
                  <a:cubicBezTo>
                    <a:pt x="73589" y="59474"/>
                    <a:pt x="74966" y="58590"/>
                    <a:pt x="76016" y="57808"/>
                  </a:cubicBezTo>
                  <a:cubicBezTo>
                    <a:pt x="76345" y="57561"/>
                    <a:pt x="76592" y="57355"/>
                    <a:pt x="76818" y="57169"/>
                  </a:cubicBezTo>
                  <a:cubicBezTo>
                    <a:pt x="78052" y="56100"/>
                    <a:pt x="78073" y="55606"/>
                    <a:pt x="77909" y="55277"/>
                  </a:cubicBezTo>
                  <a:cubicBezTo>
                    <a:pt x="77789" y="55071"/>
                    <a:pt x="77583" y="54893"/>
                    <a:pt x="77062" y="54893"/>
                  </a:cubicBezTo>
                  <a:cubicBezTo>
                    <a:pt x="76598" y="54893"/>
                    <a:pt x="75885" y="55034"/>
                    <a:pt x="74760" y="55422"/>
                  </a:cubicBezTo>
                  <a:cubicBezTo>
                    <a:pt x="74472" y="55524"/>
                    <a:pt x="74143" y="55647"/>
                    <a:pt x="73814" y="55771"/>
                  </a:cubicBezTo>
                  <a:cubicBezTo>
                    <a:pt x="72437" y="56305"/>
                    <a:pt x="70852" y="57046"/>
                    <a:pt x="69227" y="57910"/>
                  </a:cubicBezTo>
                  <a:cubicBezTo>
                    <a:pt x="69145" y="57951"/>
                    <a:pt x="69083" y="57992"/>
                    <a:pt x="69000" y="58033"/>
                  </a:cubicBezTo>
                  <a:lnTo>
                    <a:pt x="69186" y="54906"/>
                  </a:lnTo>
                  <a:cubicBezTo>
                    <a:pt x="69741" y="54618"/>
                    <a:pt x="70297" y="54330"/>
                    <a:pt x="70873" y="54023"/>
                  </a:cubicBezTo>
                  <a:cubicBezTo>
                    <a:pt x="70975" y="53982"/>
                    <a:pt x="71531" y="53672"/>
                    <a:pt x="72333" y="53220"/>
                  </a:cubicBezTo>
                  <a:cubicBezTo>
                    <a:pt x="75501" y="51431"/>
                    <a:pt x="82578" y="47212"/>
                    <a:pt x="81673" y="45506"/>
                  </a:cubicBezTo>
                  <a:cubicBezTo>
                    <a:pt x="81501" y="45181"/>
                    <a:pt x="81095" y="45043"/>
                    <a:pt x="80528" y="45043"/>
                  </a:cubicBezTo>
                  <a:cubicBezTo>
                    <a:pt x="79873" y="45043"/>
                    <a:pt x="79003" y="45228"/>
                    <a:pt x="78032" y="45526"/>
                  </a:cubicBezTo>
                  <a:cubicBezTo>
                    <a:pt x="75029" y="46431"/>
                    <a:pt x="71038" y="48386"/>
                    <a:pt x="69494" y="49187"/>
                  </a:cubicBezTo>
                  <a:lnTo>
                    <a:pt x="69535" y="48323"/>
                  </a:lnTo>
                  <a:lnTo>
                    <a:pt x="69659" y="45917"/>
                  </a:lnTo>
                  <a:lnTo>
                    <a:pt x="69968" y="40424"/>
                  </a:lnTo>
                  <a:cubicBezTo>
                    <a:pt x="70009" y="40404"/>
                    <a:pt x="70029" y="40382"/>
                    <a:pt x="70070" y="40363"/>
                  </a:cubicBezTo>
                  <a:cubicBezTo>
                    <a:pt x="70379" y="40198"/>
                    <a:pt x="70709" y="39992"/>
                    <a:pt x="71038" y="39806"/>
                  </a:cubicBezTo>
                  <a:cubicBezTo>
                    <a:pt x="71222" y="39683"/>
                    <a:pt x="71428" y="39581"/>
                    <a:pt x="71614" y="39477"/>
                  </a:cubicBezTo>
                  <a:cubicBezTo>
                    <a:pt x="71675" y="39436"/>
                    <a:pt x="71757" y="39395"/>
                    <a:pt x="71839" y="39334"/>
                  </a:cubicBezTo>
                  <a:cubicBezTo>
                    <a:pt x="74020" y="38059"/>
                    <a:pt x="76222" y="36762"/>
                    <a:pt x="78381" y="35467"/>
                  </a:cubicBezTo>
                  <a:cubicBezTo>
                    <a:pt x="88338" y="29418"/>
                    <a:pt x="101443" y="20860"/>
                    <a:pt x="100826" y="17898"/>
                  </a:cubicBezTo>
                  <a:lnTo>
                    <a:pt x="100846" y="17528"/>
                  </a:lnTo>
                  <a:lnTo>
                    <a:pt x="100703" y="17610"/>
                  </a:lnTo>
                  <a:cubicBezTo>
                    <a:pt x="100440" y="17209"/>
                    <a:pt x="99845" y="17029"/>
                    <a:pt x="98986" y="17029"/>
                  </a:cubicBezTo>
                  <a:cubicBezTo>
                    <a:pt x="92656" y="17029"/>
                    <a:pt x="72016" y="26829"/>
                    <a:pt x="64825" y="30343"/>
                  </a:cubicBezTo>
                  <a:lnTo>
                    <a:pt x="58406" y="26497"/>
                  </a:lnTo>
                  <a:lnTo>
                    <a:pt x="57748" y="26105"/>
                  </a:lnTo>
                  <a:cubicBezTo>
                    <a:pt x="60258" y="24706"/>
                    <a:pt x="68177" y="20098"/>
                    <a:pt x="67231" y="18309"/>
                  </a:cubicBezTo>
                  <a:cubicBezTo>
                    <a:pt x="67094" y="18044"/>
                    <a:pt x="66825" y="17807"/>
                    <a:pt x="66112" y="17807"/>
                  </a:cubicBezTo>
                  <a:cubicBezTo>
                    <a:pt x="65440" y="17807"/>
                    <a:pt x="64371" y="18018"/>
                    <a:pt x="62644" y="18617"/>
                  </a:cubicBezTo>
                  <a:cubicBezTo>
                    <a:pt x="60258" y="19440"/>
                    <a:pt x="57233" y="20819"/>
                    <a:pt x="54106" y="22465"/>
                  </a:cubicBezTo>
                  <a:cubicBezTo>
                    <a:pt x="53675" y="22690"/>
                    <a:pt x="53263" y="22937"/>
                    <a:pt x="52830" y="23164"/>
                  </a:cubicBezTo>
                  <a:lnTo>
                    <a:pt x="51061" y="22095"/>
                  </a:lnTo>
                  <a:lnTo>
                    <a:pt x="50156" y="21560"/>
                  </a:lnTo>
                  <a:cubicBezTo>
                    <a:pt x="52111" y="20510"/>
                    <a:pt x="53859" y="19420"/>
                    <a:pt x="55135" y="18474"/>
                  </a:cubicBezTo>
                  <a:cubicBezTo>
                    <a:pt x="57172" y="16952"/>
                    <a:pt x="57233" y="16334"/>
                    <a:pt x="57007" y="15943"/>
                  </a:cubicBezTo>
                  <a:cubicBezTo>
                    <a:pt x="56872" y="15689"/>
                    <a:pt x="56560" y="15582"/>
                    <a:pt x="56131" y="15582"/>
                  </a:cubicBezTo>
                  <a:cubicBezTo>
                    <a:pt x="54095" y="15582"/>
                    <a:pt x="49414" y="17998"/>
                    <a:pt x="48326" y="18576"/>
                  </a:cubicBezTo>
                  <a:cubicBezTo>
                    <a:pt x="47770" y="18885"/>
                    <a:pt x="47215" y="19193"/>
                    <a:pt x="46700" y="19481"/>
                  </a:cubicBezTo>
                  <a:lnTo>
                    <a:pt x="43120" y="17342"/>
                  </a:lnTo>
                  <a:lnTo>
                    <a:pt x="42771" y="17136"/>
                  </a:lnTo>
                  <a:cubicBezTo>
                    <a:pt x="44972" y="15902"/>
                    <a:pt x="49498" y="13186"/>
                    <a:pt x="48839" y="11952"/>
                  </a:cubicBezTo>
                  <a:cubicBezTo>
                    <a:pt x="48704" y="11699"/>
                    <a:pt x="48395" y="11592"/>
                    <a:pt x="47970" y="11592"/>
                  </a:cubicBezTo>
                  <a:cubicBezTo>
                    <a:pt x="45937" y="11592"/>
                    <a:pt x="41247" y="14028"/>
                    <a:pt x="40158" y="14606"/>
                  </a:cubicBezTo>
                  <a:cubicBezTo>
                    <a:pt x="39870" y="14750"/>
                    <a:pt x="39582" y="14894"/>
                    <a:pt x="39315" y="15059"/>
                  </a:cubicBezTo>
                  <a:lnTo>
                    <a:pt x="14196" y="0"/>
                  </a:ln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10" name="Google Shape;4110;p40"/>
            <p:cNvGrpSpPr/>
            <p:nvPr/>
          </p:nvGrpSpPr>
          <p:grpSpPr>
            <a:xfrm>
              <a:off x="4138184" y="930105"/>
              <a:ext cx="3868174" cy="3755764"/>
              <a:chOff x="4138184" y="930105"/>
              <a:chExt cx="3868174" cy="3755764"/>
            </a:xfrm>
          </p:grpSpPr>
          <p:sp>
            <p:nvSpPr>
              <p:cNvPr id="4111" name="Google Shape;4111;p40"/>
              <p:cNvSpPr/>
              <p:nvPr/>
            </p:nvSpPr>
            <p:spPr>
              <a:xfrm>
                <a:off x="4138184" y="930105"/>
                <a:ext cx="3868174" cy="3755764"/>
              </a:xfrm>
              <a:custGeom>
                <a:avLst/>
                <a:gdLst/>
                <a:ahLst/>
                <a:cxnLst/>
                <a:rect l="l" t="t" r="r" b="b"/>
                <a:pathLst>
                  <a:path w="179352" h="174140" extrusionOk="0">
                    <a:moveTo>
                      <a:pt x="24442" y="1"/>
                    </a:moveTo>
                    <a:lnTo>
                      <a:pt x="24442" y="1"/>
                    </a:lnTo>
                    <a:cubicBezTo>
                      <a:pt x="23537" y="886"/>
                      <a:pt x="24915" y="3704"/>
                      <a:pt x="27466" y="6276"/>
                    </a:cubicBezTo>
                    <a:lnTo>
                      <a:pt x="88011" y="67066"/>
                    </a:lnTo>
                    <a:cubicBezTo>
                      <a:pt x="87846" y="67170"/>
                      <a:pt x="87660" y="67252"/>
                      <a:pt x="87495" y="67354"/>
                    </a:cubicBezTo>
                    <a:cubicBezTo>
                      <a:pt x="67109" y="78175"/>
                      <a:pt x="48778" y="88832"/>
                      <a:pt x="34748" y="97842"/>
                    </a:cubicBezTo>
                    <a:lnTo>
                      <a:pt x="598" y="96361"/>
                    </a:lnTo>
                    <a:lnTo>
                      <a:pt x="598" y="96361"/>
                    </a:lnTo>
                    <a:cubicBezTo>
                      <a:pt x="1" y="97123"/>
                      <a:pt x="124" y="98254"/>
                      <a:pt x="886" y="98871"/>
                    </a:cubicBezTo>
                    <a:lnTo>
                      <a:pt x="15967" y="110885"/>
                    </a:lnTo>
                    <a:cubicBezTo>
                      <a:pt x="9403" y="115987"/>
                      <a:pt x="6029" y="119670"/>
                      <a:pt x="6852" y="121253"/>
                    </a:cubicBezTo>
                    <a:cubicBezTo>
                      <a:pt x="7150" y="121805"/>
                      <a:pt x="7957" y="122070"/>
                      <a:pt x="9222" y="122070"/>
                    </a:cubicBezTo>
                    <a:cubicBezTo>
                      <a:pt x="11547" y="122070"/>
                      <a:pt x="15419" y="121177"/>
                      <a:pt x="20534" y="119525"/>
                    </a:cubicBezTo>
                    <a:lnTo>
                      <a:pt x="22056" y="138720"/>
                    </a:lnTo>
                    <a:cubicBezTo>
                      <a:pt x="22114" y="139657"/>
                      <a:pt x="22914" y="140372"/>
                      <a:pt x="23840" y="140372"/>
                    </a:cubicBezTo>
                    <a:cubicBezTo>
                      <a:pt x="23889" y="140372"/>
                      <a:pt x="23939" y="140370"/>
                      <a:pt x="23990" y="140366"/>
                    </a:cubicBezTo>
                    <a:lnTo>
                      <a:pt x="41866" y="111255"/>
                    </a:lnTo>
                    <a:cubicBezTo>
                      <a:pt x="57172" y="104672"/>
                      <a:pt x="76284" y="95477"/>
                      <a:pt x="96671" y="84635"/>
                    </a:cubicBezTo>
                    <a:lnTo>
                      <a:pt x="97041" y="84451"/>
                    </a:lnTo>
                    <a:lnTo>
                      <a:pt x="113397" y="168117"/>
                    </a:lnTo>
                    <a:cubicBezTo>
                      <a:pt x="114067" y="171506"/>
                      <a:pt x="115529" y="174140"/>
                      <a:pt x="116736" y="174140"/>
                    </a:cubicBezTo>
                    <a:cubicBezTo>
                      <a:pt x="116789" y="174140"/>
                      <a:pt x="116842" y="174134"/>
                      <a:pt x="116894" y="174124"/>
                    </a:cubicBezTo>
                    <a:lnTo>
                      <a:pt x="119651" y="123949"/>
                    </a:lnTo>
                    <a:cubicBezTo>
                      <a:pt x="120493" y="123538"/>
                      <a:pt x="121379" y="123085"/>
                      <a:pt x="122263" y="122633"/>
                    </a:cubicBezTo>
                    <a:cubicBezTo>
                      <a:pt x="129608" y="118724"/>
                      <a:pt x="135080" y="114629"/>
                      <a:pt x="134463" y="113477"/>
                    </a:cubicBezTo>
                    <a:cubicBezTo>
                      <a:pt x="134356" y="113272"/>
                      <a:pt x="134065" y="113175"/>
                      <a:pt x="133616" y="113175"/>
                    </a:cubicBezTo>
                    <a:cubicBezTo>
                      <a:pt x="131540" y="113175"/>
                      <a:pt x="126100" y="115259"/>
                      <a:pt x="120062" y="118456"/>
                    </a:cubicBezTo>
                    <a:cubicBezTo>
                      <a:pt x="120021" y="118477"/>
                      <a:pt x="119980" y="118497"/>
                      <a:pt x="119958" y="118518"/>
                    </a:cubicBezTo>
                    <a:lnTo>
                      <a:pt x="120493" y="108663"/>
                    </a:lnTo>
                    <a:cubicBezTo>
                      <a:pt x="121790" y="108046"/>
                      <a:pt x="123148" y="107388"/>
                      <a:pt x="124525" y="106647"/>
                    </a:cubicBezTo>
                    <a:cubicBezTo>
                      <a:pt x="131871" y="102738"/>
                      <a:pt x="137343" y="98645"/>
                      <a:pt x="136726" y="97493"/>
                    </a:cubicBezTo>
                    <a:cubicBezTo>
                      <a:pt x="136619" y="97288"/>
                      <a:pt x="136328" y="97191"/>
                      <a:pt x="135878" y="97191"/>
                    </a:cubicBezTo>
                    <a:cubicBezTo>
                      <a:pt x="133802" y="97191"/>
                      <a:pt x="128362" y="99275"/>
                      <a:pt x="122325" y="102472"/>
                    </a:cubicBezTo>
                    <a:cubicBezTo>
                      <a:pt x="121790" y="102760"/>
                      <a:pt x="121296" y="103026"/>
                      <a:pt x="120781" y="103314"/>
                    </a:cubicBezTo>
                    <a:lnTo>
                      <a:pt x="121193" y="96012"/>
                    </a:lnTo>
                    <a:cubicBezTo>
                      <a:pt x="122304" y="95456"/>
                      <a:pt x="123415" y="94880"/>
                      <a:pt x="124567" y="94284"/>
                    </a:cubicBezTo>
                    <a:cubicBezTo>
                      <a:pt x="135922" y="88256"/>
                      <a:pt x="144357" y="81919"/>
                      <a:pt x="143411" y="80150"/>
                    </a:cubicBezTo>
                    <a:cubicBezTo>
                      <a:pt x="143244" y="79835"/>
                      <a:pt x="142793" y="79685"/>
                      <a:pt x="142100" y="79685"/>
                    </a:cubicBezTo>
                    <a:cubicBezTo>
                      <a:pt x="138947" y="79685"/>
                      <a:pt x="130787" y="82791"/>
                      <a:pt x="121645" y="87597"/>
                    </a:cubicBezTo>
                    <a:lnTo>
                      <a:pt x="122592" y="70338"/>
                    </a:lnTo>
                    <a:cubicBezTo>
                      <a:pt x="156269" y="51020"/>
                      <a:pt x="179351" y="34583"/>
                      <a:pt x="177314" y="30736"/>
                    </a:cubicBezTo>
                    <a:cubicBezTo>
                      <a:pt x="177018" y="30181"/>
                      <a:pt x="176211" y="29913"/>
                      <a:pt x="174939" y="29913"/>
                    </a:cubicBezTo>
                    <a:cubicBezTo>
                      <a:pt x="167445" y="29913"/>
                      <a:pt x="143845" y="39208"/>
                      <a:pt x="114157" y="53735"/>
                    </a:cubicBezTo>
                    <a:lnTo>
                      <a:pt x="100148" y="45342"/>
                    </a:lnTo>
                    <a:cubicBezTo>
                      <a:pt x="110887" y="39521"/>
                      <a:pt x="118704" y="33575"/>
                      <a:pt x="117778" y="31868"/>
                    </a:cubicBezTo>
                    <a:cubicBezTo>
                      <a:pt x="117614" y="31554"/>
                      <a:pt x="117165" y="31405"/>
                      <a:pt x="116475" y="31405"/>
                    </a:cubicBezTo>
                    <a:cubicBezTo>
                      <a:pt x="113272" y="31405"/>
                      <a:pt x="104861" y="34623"/>
                      <a:pt x="95519" y="39582"/>
                    </a:cubicBezTo>
                    <a:cubicBezTo>
                      <a:pt x="94635" y="40056"/>
                      <a:pt x="93749" y="40528"/>
                      <a:pt x="92885" y="41002"/>
                    </a:cubicBezTo>
                    <a:lnTo>
                      <a:pt x="86653" y="37258"/>
                    </a:lnTo>
                    <a:cubicBezTo>
                      <a:pt x="86919" y="37134"/>
                      <a:pt x="87188" y="36990"/>
                      <a:pt x="87476" y="36846"/>
                    </a:cubicBezTo>
                    <a:cubicBezTo>
                      <a:pt x="94819" y="32938"/>
                      <a:pt x="100272" y="28843"/>
                      <a:pt x="99674" y="27691"/>
                    </a:cubicBezTo>
                    <a:cubicBezTo>
                      <a:pt x="99564" y="27486"/>
                      <a:pt x="99270" y="27389"/>
                      <a:pt x="98819" y="27389"/>
                    </a:cubicBezTo>
                    <a:cubicBezTo>
                      <a:pt x="96732" y="27389"/>
                      <a:pt x="91292" y="29473"/>
                      <a:pt x="85254" y="32669"/>
                    </a:cubicBezTo>
                    <a:cubicBezTo>
                      <a:pt x="84122" y="33287"/>
                      <a:pt x="83032" y="33884"/>
                      <a:pt x="82003" y="34480"/>
                    </a:cubicBezTo>
                    <a:lnTo>
                      <a:pt x="73569" y="29440"/>
                    </a:lnTo>
                    <a:cubicBezTo>
                      <a:pt x="80605" y="25634"/>
                      <a:pt x="85748" y="21725"/>
                      <a:pt x="85150" y="20614"/>
                    </a:cubicBezTo>
                    <a:cubicBezTo>
                      <a:pt x="85044" y="20409"/>
                      <a:pt x="84753" y="20312"/>
                      <a:pt x="84305" y="20312"/>
                    </a:cubicBezTo>
                    <a:cubicBezTo>
                      <a:pt x="82231" y="20312"/>
                      <a:pt x="76790" y="22400"/>
                      <a:pt x="70750" y="25614"/>
                    </a:cubicBezTo>
                    <a:cubicBezTo>
                      <a:pt x="70113" y="25943"/>
                      <a:pt x="69496" y="26292"/>
                      <a:pt x="68878" y="26621"/>
                    </a:cubicBezTo>
                    <a:lnTo>
                      <a:pt x="68878" y="26621"/>
                    </a:lnTo>
                    <a:lnTo>
                      <a:pt x="2444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40"/>
              <p:cNvSpPr/>
              <p:nvPr/>
            </p:nvSpPr>
            <p:spPr>
              <a:xfrm>
                <a:off x="4286848" y="1607173"/>
                <a:ext cx="3675555" cy="3078221"/>
              </a:xfrm>
              <a:custGeom>
                <a:avLst/>
                <a:gdLst/>
                <a:ahLst/>
                <a:cxnLst/>
                <a:rect l="l" t="t" r="r" b="b"/>
                <a:pathLst>
                  <a:path w="170421" h="142725" extrusionOk="0">
                    <a:moveTo>
                      <a:pt x="170421" y="1"/>
                    </a:moveTo>
                    <a:lnTo>
                      <a:pt x="63" y="88914"/>
                    </a:lnTo>
                    <a:lnTo>
                      <a:pt x="63" y="88914"/>
                    </a:lnTo>
                    <a:cubicBezTo>
                      <a:pt x="0" y="89243"/>
                      <a:pt x="0" y="89531"/>
                      <a:pt x="124" y="89758"/>
                    </a:cubicBezTo>
                    <a:cubicBezTo>
                      <a:pt x="423" y="90320"/>
                      <a:pt x="1237" y="90589"/>
                      <a:pt x="2515" y="90589"/>
                    </a:cubicBezTo>
                    <a:cubicBezTo>
                      <a:pt x="4841" y="90589"/>
                      <a:pt x="8706" y="89697"/>
                      <a:pt x="13805" y="88050"/>
                    </a:cubicBezTo>
                    <a:lnTo>
                      <a:pt x="15306" y="107245"/>
                    </a:lnTo>
                    <a:cubicBezTo>
                      <a:pt x="15384" y="108182"/>
                      <a:pt x="16167" y="108897"/>
                      <a:pt x="17090" y="108897"/>
                    </a:cubicBezTo>
                    <a:cubicBezTo>
                      <a:pt x="17140" y="108897"/>
                      <a:pt x="17190" y="108895"/>
                      <a:pt x="17240" y="108891"/>
                    </a:cubicBezTo>
                    <a:lnTo>
                      <a:pt x="35097" y="79801"/>
                    </a:lnTo>
                    <a:cubicBezTo>
                      <a:pt x="50383" y="73238"/>
                      <a:pt x="69452" y="64043"/>
                      <a:pt x="89819" y="53222"/>
                    </a:cubicBezTo>
                    <a:lnTo>
                      <a:pt x="90189" y="53036"/>
                    </a:lnTo>
                    <a:lnTo>
                      <a:pt x="106565" y="136683"/>
                    </a:lnTo>
                    <a:cubicBezTo>
                      <a:pt x="107237" y="140103"/>
                      <a:pt x="108726" y="142724"/>
                      <a:pt x="109918" y="142724"/>
                    </a:cubicBezTo>
                    <a:cubicBezTo>
                      <a:pt x="109966" y="142724"/>
                      <a:pt x="110014" y="142720"/>
                      <a:pt x="110062" y="142711"/>
                    </a:cubicBezTo>
                    <a:lnTo>
                      <a:pt x="112799" y="92556"/>
                    </a:lnTo>
                    <a:cubicBezTo>
                      <a:pt x="113641" y="92123"/>
                      <a:pt x="114505" y="91692"/>
                      <a:pt x="115391" y="91218"/>
                    </a:cubicBezTo>
                    <a:cubicBezTo>
                      <a:pt x="122734" y="87331"/>
                      <a:pt x="128187" y="83236"/>
                      <a:pt x="127570" y="82084"/>
                    </a:cubicBezTo>
                    <a:cubicBezTo>
                      <a:pt x="127463" y="81878"/>
                      <a:pt x="127170" y="81780"/>
                      <a:pt x="126718" y="81780"/>
                    </a:cubicBezTo>
                    <a:cubicBezTo>
                      <a:pt x="124642" y="81780"/>
                      <a:pt x="119221" y="83852"/>
                      <a:pt x="113189" y="87063"/>
                    </a:cubicBezTo>
                    <a:cubicBezTo>
                      <a:pt x="113148" y="87084"/>
                      <a:pt x="113128" y="87104"/>
                      <a:pt x="113087" y="87104"/>
                    </a:cubicBezTo>
                    <a:lnTo>
                      <a:pt x="113622" y="77250"/>
                    </a:lnTo>
                    <a:cubicBezTo>
                      <a:pt x="114917" y="76653"/>
                      <a:pt x="116255" y="75975"/>
                      <a:pt x="117654" y="75234"/>
                    </a:cubicBezTo>
                    <a:cubicBezTo>
                      <a:pt x="124997" y="71345"/>
                      <a:pt x="130450" y="67252"/>
                      <a:pt x="129833" y="66100"/>
                    </a:cubicBezTo>
                    <a:cubicBezTo>
                      <a:pt x="129723" y="65895"/>
                      <a:pt x="129429" y="65798"/>
                      <a:pt x="128978" y="65798"/>
                    </a:cubicBezTo>
                    <a:cubicBezTo>
                      <a:pt x="126896" y="65798"/>
                      <a:pt x="121469" y="67882"/>
                      <a:pt x="115432" y="71079"/>
                    </a:cubicBezTo>
                    <a:cubicBezTo>
                      <a:pt x="114917" y="71367"/>
                      <a:pt x="114403" y="71633"/>
                      <a:pt x="113910" y="71921"/>
                    </a:cubicBezTo>
                    <a:lnTo>
                      <a:pt x="114300" y="64619"/>
                    </a:lnTo>
                    <a:cubicBezTo>
                      <a:pt x="115411" y="64063"/>
                      <a:pt x="116543" y="63487"/>
                      <a:pt x="117674" y="62870"/>
                    </a:cubicBezTo>
                    <a:cubicBezTo>
                      <a:pt x="129010" y="56863"/>
                      <a:pt x="137444" y="50548"/>
                      <a:pt x="136498" y="48757"/>
                    </a:cubicBezTo>
                    <a:cubicBezTo>
                      <a:pt x="136331" y="48442"/>
                      <a:pt x="135880" y="48292"/>
                      <a:pt x="135187" y="48292"/>
                    </a:cubicBezTo>
                    <a:cubicBezTo>
                      <a:pt x="132034" y="48292"/>
                      <a:pt x="123877" y="51398"/>
                      <a:pt x="114752" y="56204"/>
                    </a:cubicBezTo>
                    <a:lnTo>
                      <a:pt x="114752" y="56204"/>
                    </a:lnTo>
                    <a:lnTo>
                      <a:pt x="115699" y="38965"/>
                    </a:lnTo>
                    <a:cubicBezTo>
                      <a:pt x="147791" y="20532"/>
                      <a:pt x="170236" y="4754"/>
                      <a:pt x="1704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0"/>
              <p:cNvSpPr/>
              <p:nvPr/>
            </p:nvSpPr>
            <p:spPr>
              <a:xfrm>
                <a:off x="7647367" y="1641789"/>
                <a:ext cx="157982" cy="168636"/>
              </a:xfrm>
              <a:custGeom>
                <a:avLst/>
                <a:gdLst/>
                <a:ahLst/>
                <a:cxnLst/>
                <a:rect l="l" t="t" r="r" b="b"/>
                <a:pathLst>
                  <a:path w="7325" h="7819" extrusionOk="0">
                    <a:moveTo>
                      <a:pt x="3498" y="1"/>
                    </a:moveTo>
                    <a:lnTo>
                      <a:pt x="1" y="1421"/>
                    </a:lnTo>
                    <a:cubicBezTo>
                      <a:pt x="3498" y="3128"/>
                      <a:pt x="3684" y="7818"/>
                      <a:pt x="3684" y="7818"/>
                    </a:cubicBezTo>
                    <a:lnTo>
                      <a:pt x="7016" y="5226"/>
                    </a:lnTo>
                    <a:cubicBezTo>
                      <a:pt x="7324" y="680"/>
                      <a:pt x="3498" y="1"/>
                      <a:pt x="34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40"/>
              <p:cNvSpPr/>
              <p:nvPr/>
            </p:nvSpPr>
            <p:spPr>
              <a:xfrm>
                <a:off x="7647367" y="1641789"/>
                <a:ext cx="157982" cy="113186"/>
              </a:xfrm>
              <a:custGeom>
                <a:avLst/>
                <a:gdLst/>
                <a:ahLst/>
                <a:cxnLst/>
                <a:rect l="l" t="t" r="r" b="b"/>
                <a:pathLst>
                  <a:path w="7325" h="5248" extrusionOk="0">
                    <a:moveTo>
                      <a:pt x="3498" y="1"/>
                    </a:moveTo>
                    <a:lnTo>
                      <a:pt x="1" y="1421"/>
                    </a:lnTo>
                    <a:cubicBezTo>
                      <a:pt x="195" y="1419"/>
                      <a:pt x="390" y="1418"/>
                      <a:pt x="585" y="1418"/>
                    </a:cubicBezTo>
                    <a:cubicBezTo>
                      <a:pt x="2807" y="1418"/>
                      <a:pt x="5034" y="1605"/>
                      <a:pt x="6358" y="3704"/>
                    </a:cubicBezTo>
                    <a:cubicBezTo>
                      <a:pt x="6666" y="4197"/>
                      <a:pt x="6872" y="4712"/>
                      <a:pt x="6995" y="5247"/>
                    </a:cubicBezTo>
                    <a:lnTo>
                      <a:pt x="7016" y="5226"/>
                    </a:lnTo>
                    <a:cubicBezTo>
                      <a:pt x="7324" y="680"/>
                      <a:pt x="3498" y="1"/>
                      <a:pt x="34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40"/>
              <p:cNvSpPr/>
              <p:nvPr/>
            </p:nvSpPr>
            <p:spPr>
              <a:xfrm>
                <a:off x="5940040" y="2183564"/>
                <a:ext cx="524047" cy="193008"/>
              </a:xfrm>
              <a:custGeom>
                <a:avLst/>
                <a:gdLst/>
                <a:ahLst/>
                <a:cxnLst/>
                <a:rect l="l" t="t" r="r" b="b"/>
                <a:pathLst>
                  <a:path w="24298" h="8949" extrusionOk="0">
                    <a:moveTo>
                      <a:pt x="1" y="4485"/>
                    </a:moveTo>
                    <a:cubicBezTo>
                      <a:pt x="3" y="4488"/>
                      <a:pt x="6" y="4491"/>
                      <a:pt x="9" y="4493"/>
                    </a:cubicBezTo>
                    <a:lnTo>
                      <a:pt x="9" y="4493"/>
                    </a:lnTo>
                    <a:lnTo>
                      <a:pt x="1" y="4485"/>
                    </a:lnTo>
                    <a:close/>
                    <a:moveTo>
                      <a:pt x="24297" y="0"/>
                    </a:moveTo>
                    <a:cubicBezTo>
                      <a:pt x="24296" y="1"/>
                      <a:pt x="10841" y="5515"/>
                      <a:pt x="3703" y="5515"/>
                    </a:cubicBezTo>
                    <a:cubicBezTo>
                      <a:pt x="2052" y="5515"/>
                      <a:pt x="740" y="5220"/>
                      <a:pt x="9" y="4493"/>
                    </a:cubicBezTo>
                    <a:lnTo>
                      <a:pt x="9" y="4493"/>
                    </a:lnTo>
                    <a:lnTo>
                      <a:pt x="4466" y="8948"/>
                    </a:lnTo>
                    <a:lnTo>
                      <a:pt x="242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0"/>
              <p:cNvSpPr/>
              <p:nvPr/>
            </p:nvSpPr>
            <p:spPr>
              <a:xfrm>
                <a:off x="6223998" y="2751480"/>
                <a:ext cx="35975" cy="145559"/>
              </a:xfrm>
              <a:custGeom>
                <a:avLst/>
                <a:gdLst/>
                <a:ahLst/>
                <a:cxnLst/>
                <a:rect l="l" t="t" r="r" b="b"/>
                <a:pathLst>
                  <a:path w="1668" h="6749" extrusionOk="0">
                    <a:moveTo>
                      <a:pt x="330" y="1"/>
                    </a:moveTo>
                    <a:cubicBezTo>
                      <a:pt x="228" y="61"/>
                      <a:pt x="104" y="103"/>
                      <a:pt x="1" y="165"/>
                    </a:cubicBezTo>
                    <a:lnTo>
                      <a:pt x="1668" y="6748"/>
                    </a:lnTo>
                    <a:lnTo>
                      <a:pt x="330" y="1"/>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40"/>
              <p:cNvSpPr/>
              <p:nvPr/>
            </p:nvSpPr>
            <p:spPr>
              <a:xfrm>
                <a:off x="6231094" y="2751027"/>
                <a:ext cx="32438" cy="161088"/>
              </a:xfrm>
              <a:custGeom>
                <a:avLst/>
                <a:gdLst/>
                <a:ahLst/>
                <a:cxnLst/>
                <a:rect l="l" t="t" r="r" b="b"/>
                <a:pathLst>
                  <a:path w="1504" h="7469" extrusionOk="0">
                    <a:moveTo>
                      <a:pt x="42" y="0"/>
                    </a:moveTo>
                    <a:cubicBezTo>
                      <a:pt x="22" y="0"/>
                      <a:pt x="22" y="0"/>
                      <a:pt x="1" y="22"/>
                    </a:cubicBezTo>
                    <a:lnTo>
                      <a:pt x="1339" y="6769"/>
                    </a:lnTo>
                    <a:lnTo>
                      <a:pt x="1504" y="7469"/>
                    </a:lnTo>
                    <a:lnTo>
                      <a:pt x="42" y="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40"/>
              <p:cNvSpPr/>
              <p:nvPr/>
            </p:nvSpPr>
            <p:spPr>
              <a:xfrm>
                <a:off x="6223998" y="2502116"/>
                <a:ext cx="436612" cy="409998"/>
              </a:xfrm>
              <a:custGeom>
                <a:avLst/>
                <a:gdLst/>
                <a:ahLst/>
                <a:cxnLst/>
                <a:rect l="l" t="t" r="r" b="b"/>
                <a:pathLst>
                  <a:path w="20244" h="19010" extrusionOk="0">
                    <a:moveTo>
                      <a:pt x="26" y="11713"/>
                    </a:moveTo>
                    <a:lnTo>
                      <a:pt x="26" y="11713"/>
                    </a:lnTo>
                    <a:cubicBezTo>
                      <a:pt x="17" y="11717"/>
                      <a:pt x="9" y="11722"/>
                      <a:pt x="1" y="11727"/>
                    </a:cubicBezTo>
                    <a:lnTo>
                      <a:pt x="26" y="11713"/>
                    </a:lnTo>
                    <a:close/>
                    <a:moveTo>
                      <a:pt x="20244" y="1"/>
                    </a:moveTo>
                    <a:lnTo>
                      <a:pt x="26" y="11713"/>
                    </a:lnTo>
                    <a:lnTo>
                      <a:pt x="26" y="11713"/>
                    </a:lnTo>
                    <a:cubicBezTo>
                      <a:pt x="124" y="11658"/>
                      <a:pt x="236" y="11619"/>
                      <a:pt x="330" y="11563"/>
                    </a:cubicBezTo>
                    <a:cubicBezTo>
                      <a:pt x="351" y="11541"/>
                      <a:pt x="351" y="11541"/>
                      <a:pt x="371" y="11541"/>
                    </a:cubicBezTo>
                    <a:lnTo>
                      <a:pt x="1833" y="19010"/>
                    </a:lnTo>
                    <a:cubicBezTo>
                      <a:pt x="3355" y="11151"/>
                      <a:pt x="20242" y="2"/>
                      <a:pt x="202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0"/>
              <p:cNvSpPr/>
              <p:nvPr/>
            </p:nvSpPr>
            <p:spPr>
              <a:xfrm>
                <a:off x="5976878" y="1907997"/>
                <a:ext cx="347884" cy="119743"/>
              </a:xfrm>
              <a:custGeom>
                <a:avLst/>
                <a:gdLst/>
                <a:ahLst/>
                <a:cxnLst/>
                <a:rect l="l" t="t" r="r" b="b"/>
                <a:pathLst>
                  <a:path w="16130" h="5552" extrusionOk="0">
                    <a:moveTo>
                      <a:pt x="14895" y="1"/>
                    </a:moveTo>
                    <a:cubicBezTo>
                      <a:pt x="14895" y="1"/>
                      <a:pt x="7966" y="4736"/>
                      <a:pt x="3060" y="4736"/>
                    </a:cubicBezTo>
                    <a:cubicBezTo>
                      <a:pt x="1883" y="4736"/>
                      <a:pt x="821" y="4463"/>
                      <a:pt x="1" y="3786"/>
                    </a:cubicBezTo>
                    <a:lnTo>
                      <a:pt x="1" y="3786"/>
                    </a:lnTo>
                    <a:cubicBezTo>
                      <a:pt x="1" y="3786"/>
                      <a:pt x="739" y="5551"/>
                      <a:pt x="3856" y="5551"/>
                    </a:cubicBezTo>
                    <a:cubicBezTo>
                      <a:pt x="6268" y="5551"/>
                      <a:pt x="10106" y="4494"/>
                      <a:pt x="16130" y="742"/>
                    </a:cubicBezTo>
                    <a:lnTo>
                      <a:pt x="148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40"/>
              <p:cNvSpPr/>
              <p:nvPr/>
            </p:nvSpPr>
            <p:spPr>
              <a:xfrm>
                <a:off x="4550856" y="3032785"/>
                <a:ext cx="336777" cy="231635"/>
              </a:xfrm>
              <a:custGeom>
                <a:avLst/>
                <a:gdLst/>
                <a:ahLst/>
                <a:cxnLst/>
                <a:rect l="l" t="t" r="r" b="b"/>
                <a:pathLst>
                  <a:path w="15615" h="10740" extrusionOk="0">
                    <a:moveTo>
                      <a:pt x="7797" y="0"/>
                    </a:moveTo>
                    <a:lnTo>
                      <a:pt x="7797" y="0"/>
                    </a:lnTo>
                    <a:cubicBezTo>
                      <a:pt x="11357" y="2406"/>
                      <a:pt x="1" y="10739"/>
                      <a:pt x="1" y="10739"/>
                    </a:cubicBezTo>
                    <a:lnTo>
                      <a:pt x="15614" y="349"/>
                    </a:lnTo>
                    <a:lnTo>
                      <a:pt x="779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40"/>
              <p:cNvSpPr/>
              <p:nvPr/>
            </p:nvSpPr>
            <p:spPr>
              <a:xfrm>
                <a:off x="4630268" y="3328281"/>
                <a:ext cx="413535" cy="157982"/>
              </a:xfrm>
              <a:custGeom>
                <a:avLst/>
                <a:gdLst/>
                <a:ahLst/>
                <a:cxnLst/>
                <a:rect l="l" t="t" r="r" b="b"/>
                <a:pathLst>
                  <a:path w="19174" h="7325" extrusionOk="0">
                    <a:moveTo>
                      <a:pt x="19174" y="0"/>
                    </a:moveTo>
                    <a:lnTo>
                      <a:pt x="0" y="7324"/>
                    </a:lnTo>
                    <a:cubicBezTo>
                      <a:pt x="4260" y="6008"/>
                      <a:pt x="7304" y="5555"/>
                      <a:pt x="9485" y="5555"/>
                    </a:cubicBezTo>
                    <a:cubicBezTo>
                      <a:pt x="13825" y="5555"/>
                      <a:pt x="14689" y="7324"/>
                      <a:pt x="14689" y="7324"/>
                    </a:cubicBezTo>
                    <a:lnTo>
                      <a:pt x="191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0"/>
              <p:cNvSpPr/>
              <p:nvPr/>
            </p:nvSpPr>
            <p:spPr>
              <a:xfrm>
                <a:off x="5741727" y="1733645"/>
                <a:ext cx="300845" cy="110210"/>
              </a:xfrm>
              <a:custGeom>
                <a:avLst/>
                <a:gdLst/>
                <a:ahLst/>
                <a:cxnLst/>
                <a:rect l="l" t="t" r="r" b="b"/>
                <a:pathLst>
                  <a:path w="13949" h="5110" extrusionOk="0">
                    <a:moveTo>
                      <a:pt x="12303" y="1"/>
                    </a:moveTo>
                    <a:cubicBezTo>
                      <a:pt x="12303" y="1"/>
                      <a:pt x="5931" y="4197"/>
                      <a:pt x="2044" y="4197"/>
                    </a:cubicBezTo>
                    <a:cubicBezTo>
                      <a:pt x="1225" y="4197"/>
                      <a:pt x="516" y="4010"/>
                      <a:pt x="1" y="3559"/>
                    </a:cubicBezTo>
                    <a:lnTo>
                      <a:pt x="1" y="3559"/>
                    </a:lnTo>
                    <a:cubicBezTo>
                      <a:pt x="1" y="3559"/>
                      <a:pt x="291" y="5110"/>
                      <a:pt x="2911" y="5110"/>
                    </a:cubicBezTo>
                    <a:cubicBezTo>
                      <a:pt x="4918" y="5110"/>
                      <a:pt x="8292" y="4200"/>
                      <a:pt x="13949" y="988"/>
                    </a:cubicBezTo>
                    <a:lnTo>
                      <a:pt x="123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40"/>
              <p:cNvSpPr/>
              <p:nvPr/>
            </p:nvSpPr>
            <p:spPr>
              <a:xfrm>
                <a:off x="5495038" y="1565052"/>
                <a:ext cx="246711" cy="82151"/>
              </a:xfrm>
              <a:custGeom>
                <a:avLst/>
                <a:gdLst/>
                <a:ahLst/>
                <a:cxnLst/>
                <a:rect l="l" t="t" r="r" b="b"/>
                <a:pathLst>
                  <a:path w="11439" h="3809" extrusionOk="0">
                    <a:moveTo>
                      <a:pt x="10657" y="0"/>
                    </a:moveTo>
                    <a:cubicBezTo>
                      <a:pt x="10657" y="0"/>
                      <a:pt x="6835" y="3289"/>
                      <a:pt x="3293" y="3289"/>
                    </a:cubicBezTo>
                    <a:cubicBezTo>
                      <a:pt x="2114" y="3289"/>
                      <a:pt x="966" y="2925"/>
                      <a:pt x="0" y="1954"/>
                    </a:cubicBezTo>
                    <a:lnTo>
                      <a:pt x="0" y="1954"/>
                    </a:lnTo>
                    <a:cubicBezTo>
                      <a:pt x="1" y="1954"/>
                      <a:pt x="1007" y="3808"/>
                      <a:pt x="3740" y="3808"/>
                    </a:cubicBezTo>
                    <a:cubicBezTo>
                      <a:pt x="5513" y="3808"/>
                      <a:pt x="8014" y="3027"/>
                      <a:pt x="11439" y="453"/>
                    </a:cubicBezTo>
                    <a:lnTo>
                      <a:pt x="1065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40"/>
              <p:cNvSpPr/>
              <p:nvPr/>
            </p:nvSpPr>
            <p:spPr>
              <a:xfrm>
                <a:off x="6415259" y="3000843"/>
                <a:ext cx="336755" cy="98930"/>
              </a:xfrm>
              <a:custGeom>
                <a:avLst/>
                <a:gdLst/>
                <a:ahLst/>
                <a:cxnLst/>
                <a:rect l="l" t="t" r="r" b="b"/>
                <a:pathLst>
                  <a:path w="15614" h="4587" extrusionOk="0">
                    <a:moveTo>
                      <a:pt x="0" y="2798"/>
                    </a:moveTo>
                    <a:cubicBezTo>
                      <a:pt x="596" y="3517"/>
                      <a:pt x="1440" y="3929"/>
                      <a:pt x="2448" y="4073"/>
                    </a:cubicBezTo>
                    <a:cubicBezTo>
                      <a:pt x="823" y="3558"/>
                      <a:pt x="0" y="2798"/>
                      <a:pt x="0" y="2798"/>
                    </a:cubicBezTo>
                    <a:close/>
                    <a:moveTo>
                      <a:pt x="15614" y="0"/>
                    </a:moveTo>
                    <a:cubicBezTo>
                      <a:pt x="15613" y="0"/>
                      <a:pt x="8454" y="4156"/>
                      <a:pt x="3558" y="4156"/>
                    </a:cubicBezTo>
                    <a:cubicBezTo>
                      <a:pt x="3168" y="4156"/>
                      <a:pt x="2798" y="4134"/>
                      <a:pt x="2448" y="4073"/>
                    </a:cubicBezTo>
                    <a:lnTo>
                      <a:pt x="2448" y="4073"/>
                    </a:lnTo>
                    <a:cubicBezTo>
                      <a:pt x="3333" y="4361"/>
                      <a:pt x="4444" y="4587"/>
                      <a:pt x="5802" y="4587"/>
                    </a:cubicBezTo>
                    <a:cubicBezTo>
                      <a:pt x="8270" y="4587"/>
                      <a:pt x="11499" y="3868"/>
                      <a:pt x="15531" y="1481"/>
                    </a:cubicBezTo>
                    <a:lnTo>
                      <a:pt x="156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0"/>
              <p:cNvSpPr/>
              <p:nvPr/>
            </p:nvSpPr>
            <p:spPr>
              <a:xfrm>
                <a:off x="6761762" y="2786096"/>
                <a:ext cx="1790" cy="33279"/>
              </a:xfrm>
              <a:custGeom>
                <a:avLst/>
                <a:gdLst/>
                <a:ahLst/>
                <a:cxnLst/>
                <a:rect l="l" t="t" r="r" b="b"/>
                <a:pathLst>
                  <a:path w="83" h="1543" extrusionOk="0">
                    <a:moveTo>
                      <a:pt x="83" y="0"/>
                    </a:moveTo>
                    <a:lnTo>
                      <a:pt x="83" y="0"/>
                    </a:lnTo>
                    <a:lnTo>
                      <a:pt x="0" y="1542"/>
                    </a:lnTo>
                    <a:lnTo>
                      <a:pt x="0" y="1542"/>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40"/>
              <p:cNvSpPr/>
              <p:nvPr/>
            </p:nvSpPr>
            <p:spPr>
              <a:xfrm>
                <a:off x="6486669" y="2786096"/>
                <a:ext cx="276884" cy="147737"/>
              </a:xfrm>
              <a:custGeom>
                <a:avLst/>
                <a:gdLst/>
                <a:ahLst/>
                <a:cxnLst/>
                <a:rect l="l" t="t" r="r" b="b"/>
                <a:pathLst>
                  <a:path w="12838" h="6850" extrusionOk="0">
                    <a:moveTo>
                      <a:pt x="12838" y="0"/>
                    </a:moveTo>
                    <a:lnTo>
                      <a:pt x="1" y="6850"/>
                    </a:lnTo>
                    <a:cubicBezTo>
                      <a:pt x="3149" y="5739"/>
                      <a:pt x="12755" y="1542"/>
                      <a:pt x="12755" y="1542"/>
                    </a:cubicBezTo>
                    <a:lnTo>
                      <a:pt x="128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40"/>
              <p:cNvSpPr/>
              <p:nvPr/>
            </p:nvSpPr>
            <p:spPr>
              <a:xfrm>
                <a:off x="6735601" y="3273694"/>
                <a:ext cx="1790" cy="32847"/>
              </a:xfrm>
              <a:custGeom>
                <a:avLst/>
                <a:gdLst/>
                <a:ahLst/>
                <a:cxnLst/>
                <a:rect l="l" t="t" r="r" b="b"/>
                <a:pathLst>
                  <a:path w="83" h="1523" extrusionOk="0">
                    <a:moveTo>
                      <a:pt x="83" y="0"/>
                    </a:moveTo>
                    <a:lnTo>
                      <a:pt x="0" y="1523"/>
                    </a:lnTo>
                    <a:cubicBezTo>
                      <a:pt x="20" y="1503"/>
                      <a:pt x="42" y="1503"/>
                      <a:pt x="83" y="1481"/>
                    </a:cubicBezTo>
                    <a:lnTo>
                      <a:pt x="83" y="0"/>
                    </a:ln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0"/>
              <p:cNvSpPr/>
              <p:nvPr/>
            </p:nvSpPr>
            <p:spPr>
              <a:xfrm>
                <a:off x="6737369" y="3273262"/>
                <a:ext cx="22" cy="453"/>
              </a:xfrm>
              <a:custGeom>
                <a:avLst/>
                <a:gdLst/>
                <a:ahLst/>
                <a:cxnLst/>
                <a:rect l="l" t="t" r="r" b="b"/>
                <a:pathLst>
                  <a:path w="1" h="21" extrusionOk="0">
                    <a:moveTo>
                      <a:pt x="1" y="0"/>
                    </a:moveTo>
                    <a:lnTo>
                      <a:pt x="1" y="0"/>
                    </a:lnTo>
                    <a:lnTo>
                      <a:pt x="1" y="20"/>
                    </a:lnTo>
                    <a:lnTo>
                      <a:pt x="1" y="20"/>
                    </a:ln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40"/>
              <p:cNvSpPr/>
              <p:nvPr/>
            </p:nvSpPr>
            <p:spPr>
              <a:xfrm>
                <a:off x="6463613" y="3273262"/>
                <a:ext cx="273778" cy="79886"/>
              </a:xfrm>
              <a:custGeom>
                <a:avLst/>
                <a:gdLst/>
                <a:ahLst/>
                <a:cxnLst/>
                <a:rect l="l" t="t" r="r" b="b"/>
                <a:pathLst>
                  <a:path w="12694" h="3704" extrusionOk="0">
                    <a:moveTo>
                      <a:pt x="12694" y="0"/>
                    </a:moveTo>
                    <a:cubicBezTo>
                      <a:pt x="12694" y="0"/>
                      <a:pt x="6912" y="3004"/>
                      <a:pt x="3066" y="3004"/>
                    </a:cubicBezTo>
                    <a:cubicBezTo>
                      <a:pt x="1708" y="3004"/>
                      <a:pt x="576" y="2634"/>
                      <a:pt x="21" y="1625"/>
                    </a:cubicBezTo>
                    <a:lnTo>
                      <a:pt x="21" y="1625"/>
                    </a:lnTo>
                    <a:cubicBezTo>
                      <a:pt x="21" y="1625"/>
                      <a:pt x="0" y="3703"/>
                      <a:pt x="3662" y="3703"/>
                    </a:cubicBezTo>
                    <a:cubicBezTo>
                      <a:pt x="5513" y="3703"/>
                      <a:pt x="8332" y="3169"/>
                      <a:pt x="12611" y="1543"/>
                    </a:cubicBezTo>
                    <a:lnTo>
                      <a:pt x="12694" y="20"/>
                    </a:lnTo>
                    <a:lnTo>
                      <a:pt x="126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40"/>
              <p:cNvSpPr/>
              <p:nvPr/>
            </p:nvSpPr>
            <p:spPr>
              <a:xfrm>
                <a:off x="6510630" y="3603375"/>
                <a:ext cx="209011" cy="79886"/>
              </a:xfrm>
              <a:custGeom>
                <a:avLst/>
                <a:gdLst/>
                <a:ahLst/>
                <a:cxnLst/>
                <a:rect l="l" t="t" r="r" b="b"/>
                <a:pathLst>
                  <a:path w="9691" h="3704" extrusionOk="0">
                    <a:moveTo>
                      <a:pt x="9691" y="0"/>
                    </a:moveTo>
                    <a:lnTo>
                      <a:pt x="9691" y="0"/>
                    </a:lnTo>
                    <a:cubicBezTo>
                      <a:pt x="9691" y="0"/>
                      <a:pt x="5124" y="3292"/>
                      <a:pt x="1709" y="3292"/>
                    </a:cubicBezTo>
                    <a:cubicBezTo>
                      <a:pt x="1092" y="3292"/>
                      <a:pt x="516" y="3188"/>
                      <a:pt x="0" y="2941"/>
                    </a:cubicBezTo>
                    <a:lnTo>
                      <a:pt x="0" y="2941"/>
                    </a:lnTo>
                    <a:cubicBezTo>
                      <a:pt x="1" y="2941"/>
                      <a:pt x="1029" y="3703"/>
                      <a:pt x="3086" y="3703"/>
                    </a:cubicBezTo>
                    <a:cubicBezTo>
                      <a:pt x="4650" y="3703"/>
                      <a:pt x="6811" y="3251"/>
                      <a:pt x="9567" y="1646"/>
                    </a:cubicBezTo>
                    <a:lnTo>
                      <a:pt x="96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0"/>
              <p:cNvSpPr/>
              <p:nvPr/>
            </p:nvSpPr>
            <p:spPr>
              <a:xfrm>
                <a:off x="4908898" y="1244710"/>
                <a:ext cx="1177154" cy="969459"/>
              </a:xfrm>
              <a:custGeom>
                <a:avLst/>
                <a:gdLst/>
                <a:ahLst/>
                <a:cxnLst/>
                <a:rect l="l" t="t" r="r" b="b"/>
                <a:pathLst>
                  <a:path w="54580" h="44950" extrusionOk="0">
                    <a:moveTo>
                      <a:pt x="187" y="0"/>
                    </a:moveTo>
                    <a:cubicBezTo>
                      <a:pt x="83" y="0"/>
                      <a:pt x="1" y="83"/>
                      <a:pt x="1" y="185"/>
                    </a:cubicBezTo>
                    <a:cubicBezTo>
                      <a:pt x="1" y="288"/>
                      <a:pt x="83" y="371"/>
                      <a:pt x="187" y="371"/>
                    </a:cubicBezTo>
                    <a:lnTo>
                      <a:pt x="3333" y="371"/>
                    </a:lnTo>
                    <a:lnTo>
                      <a:pt x="54270" y="44889"/>
                    </a:lnTo>
                    <a:cubicBezTo>
                      <a:pt x="54292" y="44930"/>
                      <a:pt x="54333" y="44950"/>
                      <a:pt x="54374" y="44950"/>
                    </a:cubicBezTo>
                    <a:cubicBezTo>
                      <a:pt x="54435" y="44950"/>
                      <a:pt x="54476" y="44930"/>
                      <a:pt x="54517" y="44889"/>
                    </a:cubicBezTo>
                    <a:cubicBezTo>
                      <a:pt x="54580" y="44807"/>
                      <a:pt x="54580" y="44683"/>
                      <a:pt x="54497" y="44621"/>
                    </a:cubicBezTo>
                    <a:lnTo>
                      <a:pt x="3519" y="41"/>
                    </a:lnTo>
                    <a:cubicBezTo>
                      <a:pt x="3498" y="20"/>
                      <a:pt x="3457" y="0"/>
                      <a:pt x="3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40"/>
              <p:cNvSpPr/>
              <p:nvPr/>
            </p:nvSpPr>
            <p:spPr>
              <a:xfrm>
                <a:off x="5215933" y="1521658"/>
                <a:ext cx="87456" cy="39857"/>
              </a:xfrm>
              <a:custGeom>
                <a:avLst/>
                <a:gdLst/>
                <a:ahLst/>
                <a:cxnLst/>
                <a:rect l="l" t="t" r="r" b="b"/>
                <a:pathLst>
                  <a:path w="4055" h="1848" extrusionOk="0">
                    <a:moveTo>
                      <a:pt x="3856" y="0"/>
                    </a:moveTo>
                    <a:cubicBezTo>
                      <a:pt x="3831" y="0"/>
                      <a:pt x="3807" y="5"/>
                      <a:pt x="3786" y="16"/>
                    </a:cubicBezTo>
                    <a:lnTo>
                      <a:pt x="145" y="1497"/>
                    </a:lnTo>
                    <a:cubicBezTo>
                      <a:pt x="63" y="1519"/>
                      <a:pt x="1" y="1642"/>
                      <a:pt x="42" y="1724"/>
                    </a:cubicBezTo>
                    <a:cubicBezTo>
                      <a:pt x="83" y="1807"/>
                      <a:pt x="145" y="1848"/>
                      <a:pt x="228" y="1848"/>
                    </a:cubicBezTo>
                    <a:cubicBezTo>
                      <a:pt x="248" y="1848"/>
                      <a:pt x="269" y="1848"/>
                      <a:pt x="289" y="1826"/>
                    </a:cubicBezTo>
                    <a:lnTo>
                      <a:pt x="3931" y="345"/>
                    </a:lnTo>
                    <a:cubicBezTo>
                      <a:pt x="4013" y="326"/>
                      <a:pt x="4054" y="202"/>
                      <a:pt x="4033" y="120"/>
                    </a:cubicBezTo>
                    <a:cubicBezTo>
                      <a:pt x="4002" y="43"/>
                      <a:pt x="3926" y="0"/>
                      <a:pt x="38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40"/>
              <p:cNvSpPr/>
              <p:nvPr/>
            </p:nvSpPr>
            <p:spPr>
              <a:xfrm>
                <a:off x="5533191" y="1806500"/>
                <a:ext cx="89656" cy="41194"/>
              </a:xfrm>
              <a:custGeom>
                <a:avLst/>
                <a:gdLst/>
                <a:ahLst/>
                <a:cxnLst/>
                <a:rect l="l" t="t" r="r" b="b"/>
                <a:pathLst>
                  <a:path w="4157" h="1910" extrusionOk="0">
                    <a:moveTo>
                      <a:pt x="3957" y="0"/>
                    </a:moveTo>
                    <a:cubicBezTo>
                      <a:pt x="3934" y="0"/>
                      <a:pt x="3910" y="5"/>
                      <a:pt x="3888" y="16"/>
                    </a:cubicBezTo>
                    <a:lnTo>
                      <a:pt x="144" y="1560"/>
                    </a:lnTo>
                    <a:cubicBezTo>
                      <a:pt x="42" y="1601"/>
                      <a:pt x="1" y="1703"/>
                      <a:pt x="42" y="1807"/>
                    </a:cubicBezTo>
                    <a:cubicBezTo>
                      <a:pt x="62" y="1868"/>
                      <a:pt x="144" y="1909"/>
                      <a:pt x="206" y="1909"/>
                    </a:cubicBezTo>
                    <a:lnTo>
                      <a:pt x="289" y="1909"/>
                    </a:lnTo>
                    <a:lnTo>
                      <a:pt x="4011" y="346"/>
                    </a:lnTo>
                    <a:cubicBezTo>
                      <a:pt x="4115" y="304"/>
                      <a:pt x="4156" y="202"/>
                      <a:pt x="4115" y="99"/>
                    </a:cubicBezTo>
                    <a:cubicBezTo>
                      <a:pt x="4085" y="39"/>
                      <a:pt x="4021" y="0"/>
                      <a:pt x="39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0"/>
              <p:cNvSpPr/>
              <p:nvPr/>
            </p:nvSpPr>
            <p:spPr>
              <a:xfrm>
                <a:off x="5887696" y="2114419"/>
                <a:ext cx="93646" cy="41194"/>
              </a:xfrm>
              <a:custGeom>
                <a:avLst/>
                <a:gdLst/>
                <a:ahLst/>
                <a:cxnLst/>
                <a:rect l="l" t="t" r="r" b="b"/>
                <a:pathLst>
                  <a:path w="4342" h="1910" extrusionOk="0">
                    <a:moveTo>
                      <a:pt x="4143" y="1"/>
                    </a:moveTo>
                    <a:cubicBezTo>
                      <a:pt x="4119" y="1"/>
                      <a:pt x="4095" y="6"/>
                      <a:pt x="4073" y="17"/>
                    </a:cubicBezTo>
                    <a:lnTo>
                      <a:pt x="145" y="1560"/>
                    </a:lnTo>
                    <a:cubicBezTo>
                      <a:pt x="41" y="1580"/>
                      <a:pt x="0" y="1704"/>
                      <a:pt x="41" y="1786"/>
                    </a:cubicBezTo>
                    <a:cubicBezTo>
                      <a:pt x="63" y="1868"/>
                      <a:pt x="123" y="1909"/>
                      <a:pt x="206" y="1909"/>
                    </a:cubicBezTo>
                    <a:cubicBezTo>
                      <a:pt x="227" y="1909"/>
                      <a:pt x="247" y="1909"/>
                      <a:pt x="268" y="1889"/>
                    </a:cubicBezTo>
                    <a:lnTo>
                      <a:pt x="4197" y="346"/>
                    </a:lnTo>
                    <a:cubicBezTo>
                      <a:pt x="4300" y="305"/>
                      <a:pt x="4342" y="203"/>
                      <a:pt x="4300" y="120"/>
                    </a:cubicBezTo>
                    <a:cubicBezTo>
                      <a:pt x="4285" y="43"/>
                      <a:pt x="4213" y="1"/>
                      <a:pt x="41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40"/>
              <p:cNvSpPr/>
              <p:nvPr/>
            </p:nvSpPr>
            <p:spPr>
              <a:xfrm>
                <a:off x="6347343" y="2848641"/>
                <a:ext cx="278242" cy="1503233"/>
              </a:xfrm>
              <a:custGeom>
                <a:avLst/>
                <a:gdLst/>
                <a:ahLst/>
                <a:cxnLst/>
                <a:rect l="l" t="t" r="r" b="b"/>
                <a:pathLst>
                  <a:path w="12901" h="69699" extrusionOk="0">
                    <a:moveTo>
                      <a:pt x="165" y="0"/>
                    </a:moveTo>
                    <a:cubicBezTo>
                      <a:pt x="63" y="21"/>
                      <a:pt x="1" y="123"/>
                      <a:pt x="22" y="227"/>
                    </a:cubicBezTo>
                    <a:lnTo>
                      <a:pt x="1194" y="6460"/>
                    </a:lnTo>
                    <a:lnTo>
                      <a:pt x="1276" y="6399"/>
                    </a:lnTo>
                    <a:cubicBezTo>
                      <a:pt x="1317" y="6358"/>
                      <a:pt x="1359" y="6358"/>
                      <a:pt x="1400" y="6358"/>
                    </a:cubicBezTo>
                    <a:cubicBezTo>
                      <a:pt x="1441" y="6358"/>
                      <a:pt x="1503" y="6377"/>
                      <a:pt x="1545" y="6419"/>
                    </a:cubicBezTo>
                    <a:cubicBezTo>
                      <a:pt x="1606" y="6501"/>
                      <a:pt x="1586" y="6624"/>
                      <a:pt x="1503" y="6687"/>
                    </a:cubicBezTo>
                    <a:lnTo>
                      <a:pt x="1276" y="6871"/>
                    </a:lnTo>
                    <a:lnTo>
                      <a:pt x="5226" y="27917"/>
                    </a:lnTo>
                    <a:lnTo>
                      <a:pt x="5248" y="27917"/>
                    </a:lnTo>
                    <a:cubicBezTo>
                      <a:pt x="5309" y="27917"/>
                      <a:pt x="5371" y="27937"/>
                      <a:pt x="5391" y="28000"/>
                    </a:cubicBezTo>
                    <a:cubicBezTo>
                      <a:pt x="5453" y="28082"/>
                      <a:pt x="5453" y="28184"/>
                      <a:pt x="5371" y="28247"/>
                    </a:cubicBezTo>
                    <a:lnTo>
                      <a:pt x="5289" y="28307"/>
                    </a:lnTo>
                    <a:lnTo>
                      <a:pt x="8909" y="47481"/>
                    </a:lnTo>
                    <a:lnTo>
                      <a:pt x="8992" y="47420"/>
                    </a:lnTo>
                    <a:cubicBezTo>
                      <a:pt x="9033" y="47398"/>
                      <a:pt x="9074" y="47379"/>
                      <a:pt x="9094" y="47379"/>
                    </a:cubicBezTo>
                    <a:cubicBezTo>
                      <a:pt x="9156" y="47379"/>
                      <a:pt x="9217" y="47398"/>
                      <a:pt x="9258" y="47461"/>
                    </a:cubicBezTo>
                    <a:cubicBezTo>
                      <a:pt x="9265" y="47470"/>
                      <a:pt x="9270" y="47478"/>
                      <a:pt x="9275" y="47487"/>
                    </a:cubicBezTo>
                    <a:lnTo>
                      <a:pt x="9275" y="47487"/>
                    </a:lnTo>
                    <a:lnTo>
                      <a:pt x="393" y="145"/>
                    </a:lnTo>
                    <a:cubicBezTo>
                      <a:pt x="371" y="63"/>
                      <a:pt x="289" y="0"/>
                      <a:pt x="207" y="0"/>
                    </a:cubicBezTo>
                    <a:close/>
                    <a:moveTo>
                      <a:pt x="9275" y="47487"/>
                    </a:moveTo>
                    <a:lnTo>
                      <a:pt x="9293" y="47584"/>
                    </a:lnTo>
                    <a:lnTo>
                      <a:pt x="9293" y="47584"/>
                    </a:lnTo>
                    <a:cubicBezTo>
                      <a:pt x="9297" y="47552"/>
                      <a:pt x="9292" y="47519"/>
                      <a:pt x="9275" y="47487"/>
                    </a:cubicBezTo>
                    <a:close/>
                    <a:moveTo>
                      <a:pt x="9293" y="47584"/>
                    </a:moveTo>
                    <a:lnTo>
                      <a:pt x="9293" y="47584"/>
                    </a:lnTo>
                    <a:cubicBezTo>
                      <a:pt x="9287" y="47630"/>
                      <a:pt x="9261" y="47675"/>
                      <a:pt x="9217" y="47708"/>
                    </a:cubicBezTo>
                    <a:lnTo>
                      <a:pt x="8970" y="47892"/>
                    </a:lnTo>
                    <a:lnTo>
                      <a:pt x="12509" y="66695"/>
                    </a:lnTo>
                    <a:lnTo>
                      <a:pt x="10904" y="69411"/>
                    </a:lnTo>
                    <a:cubicBezTo>
                      <a:pt x="10863" y="69493"/>
                      <a:pt x="10884" y="69616"/>
                      <a:pt x="10986" y="69658"/>
                    </a:cubicBezTo>
                    <a:cubicBezTo>
                      <a:pt x="11008" y="69679"/>
                      <a:pt x="11049" y="69699"/>
                      <a:pt x="11069" y="69699"/>
                    </a:cubicBezTo>
                    <a:cubicBezTo>
                      <a:pt x="11131" y="69699"/>
                      <a:pt x="11192" y="69658"/>
                      <a:pt x="11233" y="69597"/>
                    </a:cubicBezTo>
                    <a:lnTo>
                      <a:pt x="12859" y="66840"/>
                    </a:lnTo>
                    <a:cubicBezTo>
                      <a:pt x="12879" y="66799"/>
                      <a:pt x="12900" y="66758"/>
                      <a:pt x="12879" y="66695"/>
                    </a:cubicBezTo>
                    <a:lnTo>
                      <a:pt x="9293" y="4758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0"/>
              <p:cNvSpPr/>
              <p:nvPr/>
            </p:nvSpPr>
            <p:spPr>
              <a:xfrm>
                <a:off x="6472046" y="3870466"/>
                <a:ext cx="76327" cy="59483"/>
              </a:xfrm>
              <a:custGeom>
                <a:avLst/>
                <a:gdLst/>
                <a:ahLst/>
                <a:cxnLst/>
                <a:rect l="l" t="t" r="r" b="b"/>
                <a:pathLst>
                  <a:path w="3539" h="2758" extrusionOk="0">
                    <a:moveTo>
                      <a:pt x="3312" y="1"/>
                    </a:moveTo>
                    <a:cubicBezTo>
                      <a:pt x="3292" y="1"/>
                      <a:pt x="3251" y="20"/>
                      <a:pt x="3210" y="42"/>
                    </a:cubicBezTo>
                    <a:lnTo>
                      <a:pt x="3127" y="103"/>
                    </a:lnTo>
                    <a:lnTo>
                      <a:pt x="83" y="2428"/>
                    </a:lnTo>
                    <a:cubicBezTo>
                      <a:pt x="0" y="2489"/>
                      <a:pt x="0" y="2593"/>
                      <a:pt x="61" y="2675"/>
                    </a:cubicBezTo>
                    <a:cubicBezTo>
                      <a:pt x="103" y="2736"/>
                      <a:pt x="144" y="2757"/>
                      <a:pt x="206" y="2757"/>
                    </a:cubicBezTo>
                    <a:cubicBezTo>
                      <a:pt x="247" y="2757"/>
                      <a:pt x="289" y="2736"/>
                      <a:pt x="308" y="2716"/>
                    </a:cubicBezTo>
                    <a:lnTo>
                      <a:pt x="3188" y="514"/>
                    </a:lnTo>
                    <a:lnTo>
                      <a:pt x="3435" y="330"/>
                    </a:lnTo>
                    <a:cubicBezTo>
                      <a:pt x="3518" y="267"/>
                      <a:pt x="3539" y="165"/>
                      <a:pt x="3476" y="83"/>
                    </a:cubicBezTo>
                    <a:cubicBezTo>
                      <a:pt x="3435" y="20"/>
                      <a:pt x="3374" y="1"/>
                      <a:pt x="33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40"/>
              <p:cNvSpPr/>
              <p:nvPr/>
            </p:nvSpPr>
            <p:spPr>
              <a:xfrm>
                <a:off x="6386401" y="3450741"/>
                <a:ext cx="78570" cy="60367"/>
              </a:xfrm>
              <a:custGeom>
                <a:avLst/>
                <a:gdLst/>
                <a:ahLst/>
                <a:cxnLst/>
                <a:rect l="l" t="t" r="r" b="b"/>
                <a:pathLst>
                  <a:path w="3643" h="2799" extrusionOk="0">
                    <a:moveTo>
                      <a:pt x="3415" y="0"/>
                    </a:moveTo>
                    <a:cubicBezTo>
                      <a:pt x="3395" y="20"/>
                      <a:pt x="3354" y="20"/>
                      <a:pt x="3333" y="42"/>
                    </a:cubicBezTo>
                    <a:lnTo>
                      <a:pt x="83" y="2469"/>
                    </a:lnTo>
                    <a:cubicBezTo>
                      <a:pt x="0" y="2530"/>
                      <a:pt x="0" y="2653"/>
                      <a:pt x="63" y="2736"/>
                    </a:cubicBezTo>
                    <a:cubicBezTo>
                      <a:pt x="83" y="2777"/>
                      <a:pt x="145" y="2798"/>
                      <a:pt x="206" y="2798"/>
                    </a:cubicBezTo>
                    <a:cubicBezTo>
                      <a:pt x="247" y="2798"/>
                      <a:pt x="288" y="2798"/>
                      <a:pt x="310" y="2777"/>
                    </a:cubicBezTo>
                    <a:lnTo>
                      <a:pt x="3478" y="390"/>
                    </a:lnTo>
                    <a:lnTo>
                      <a:pt x="3560" y="330"/>
                    </a:lnTo>
                    <a:cubicBezTo>
                      <a:pt x="3642" y="267"/>
                      <a:pt x="3642" y="165"/>
                      <a:pt x="3580" y="83"/>
                    </a:cubicBezTo>
                    <a:cubicBezTo>
                      <a:pt x="3560" y="20"/>
                      <a:pt x="3498" y="0"/>
                      <a:pt x="3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40"/>
              <p:cNvSpPr/>
              <p:nvPr/>
            </p:nvSpPr>
            <p:spPr>
              <a:xfrm>
                <a:off x="6301210" y="2985746"/>
                <a:ext cx="80770" cy="63926"/>
              </a:xfrm>
              <a:custGeom>
                <a:avLst/>
                <a:gdLst/>
                <a:ahLst/>
                <a:cxnLst/>
                <a:rect l="l" t="t" r="r" b="b"/>
                <a:pathLst>
                  <a:path w="3745" h="2964" extrusionOk="0">
                    <a:moveTo>
                      <a:pt x="3539" y="1"/>
                    </a:moveTo>
                    <a:cubicBezTo>
                      <a:pt x="3498" y="1"/>
                      <a:pt x="3456" y="1"/>
                      <a:pt x="3415" y="42"/>
                    </a:cubicBezTo>
                    <a:lnTo>
                      <a:pt x="3333" y="103"/>
                    </a:lnTo>
                    <a:lnTo>
                      <a:pt x="104" y="2634"/>
                    </a:lnTo>
                    <a:cubicBezTo>
                      <a:pt x="22" y="2695"/>
                      <a:pt x="0" y="2818"/>
                      <a:pt x="63" y="2901"/>
                    </a:cubicBezTo>
                    <a:cubicBezTo>
                      <a:pt x="104" y="2942"/>
                      <a:pt x="165" y="2963"/>
                      <a:pt x="206" y="2963"/>
                    </a:cubicBezTo>
                    <a:cubicBezTo>
                      <a:pt x="247" y="2963"/>
                      <a:pt x="288" y="2942"/>
                      <a:pt x="330" y="2922"/>
                    </a:cubicBezTo>
                    <a:lnTo>
                      <a:pt x="3415" y="514"/>
                    </a:lnTo>
                    <a:lnTo>
                      <a:pt x="3642" y="330"/>
                    </a:lnTo>
                    <a:cubicBezTo>
                      <a:pt x="3725" y="267"/>
                      <a:pt x="3745" y="144"/>
                      <a:pt x="3684" y="62"/>
                    </a:cubicBezTo>
                    <a:cubicBezTo>
                      <a:pt x="3642" y="20"/>
                      <a:pt x="3580" y="1"/>
                      <a:pt x="35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40"/>
              <p:cNvSpPr/>
              <p:nvPr/>
            </p:nvSpPr>
            <p:spPr>
              <a:xfrm>
                <a:off x="4197688" y="3077149"/>
                <a:ext cx="357632" cy="145969"/>
              </a:xfrm>
              <a:custGeom>
                <a:avLst/>
                <a:gdLst/>
                <a:ahLst/>
                <a:cxnLst/>
                <a:rect l="l" t="t" r="r" b="b"/>
                <a:pathLst>
                  <a:path w="16582" h="6768" extrusionOk="0">
                    <a:moveTo>
                      <a:pt x="185" y="1"/>
                    </a:moveTo>
                    <a:cubicBezTo>
                      <a:pt x="82" y="1"/>
                      <a:pt x="0" y="83"/>
                      <a:pt x="0" y="185"/>
                    </a:cubicBezTo>
                    <a:cubicBezTo>
                      <a:pt x="0" y="289"/>
                      <a:pt x="82" y="371"/>
                      <a:pt x="185" y="371"/>
                    </a:cubicBezTo>
                    <a:lnTo>
                      <a:pt x="4115" y="371"/>
                    </a:lnTo>
                    <a:lnTo>
                      <a:pt x="16293" y="6748"/>
                    </a:lnTo>
                    <a:cubicBezTo>
                      <a:pt x="16313" y="6768"/>
                      <a:pt x="16335" y="6768"/>
                      <a:pt x="16376" y="6768"/>
                    </a:cubicBezTo>
                    <a:cubicBezTo>
                      <a:pt x="16437" y="6768"/>
                      <a:pt x="16499" y="6727"/>
                      <a:pt x="16540" y="6666"/>
                    </a:cubicBezTo>
                    <a:cubicBezTo>
                      <a:pt x="16581" y="6584"/>
                      <a:pt x="16540" y="6460"/>
                      <a:pt x="16458" y="6419"/>
                    </a:cubicBezTo>
                    <a:lnTo>
                      <a:pt x="4238" y="20"/>
                    </a:lnTo>
                    <a:cubicBezTo>
                      <a:pt x="4217" y="1"/>
                      <a:pt x="4197" y="1"/>
                      <a:pt x="41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40"/>
              <p:cNvSpPr/>
              <p:nvPr/>
            </p:nvSpPr>
            <p:spPr>
              <a:xfrm>
                <a:off x="4625825" y="3528363"/>
                <a:ext cx="57693" cy="350105"/>
              </a:xfrm>
              <a:custGeom>
                <a:avLst/>
                <a:gdLst/>
                <a:ahLst/>
                <a:cxnLst/>
                <a:rect l="l" t="t" r="r" b="b"/>
                <a:pathLst>
                  <a:path w="2675" h="16233" extrusionOk="0">
                    <a:moveTo>
                      <a:pt x="2491" y="1"/>
                    </a:moveTo>
                    <a:cubicBezTo>
                      <a:pt x="2387" y="1"/>
                      <a:pt x="2305" y="83"/>
                      <a:pt x="2305" y="187"/>
                    </a:cubicBezTo>
                    <a:lnTo>
                      <a:pt x="2305" y="11974"/>
                    </a:lnTo>
                    <a:lnTo>
                      <a:pt x="63" y="15965"/>
                    </a:lnTo>
                    <a:cubicBezTo>
                      <a:pt x="1" y="16047"/>
                      <a:pt x="42" y="16170"/>
                      <a:pt x="124" y="16212"/>
                    </a:cubicBezTo>
                    <a:cubicBezTo>
                      <a:pt x="145" y="16233"/>
                      <a:pt x="187" y="16233"/>
                      <a:pt x="206" y="16233"/>
                    </a:cubicBezTo>
                    <a:cubicBezTo>
                      <a:pt x="269" y="16233"/>
                      <a:pt x="351" y="16192"/>
                      <a:pt x="371" y="16151"/>
                    </a:cubicBezTo>
                    <a:lnTo>
                      <a:pt x="2655" y="12097"/>
                    </a:lnTo>
                    <a:cubicBezTo>
                      <a:pt x="2675" y="12077"/>
                      <a:pt x="2675" y="12056"/>
                      <a:pt x="2675" y="12015"/>
                    </a:cubicBezTo>
                    <a:lnTo>
                      <a:pt x="2675" y="187"/>
                    </a:lnTo>
                    <a:cubicBezTo>
                      <a:pt x="2675" y="83"/>
                      <a:pt x="2593" y="1"/>
                      <a:pt x="24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40"/>
              <p:cNvSpPr/>
              <p:nvPr/>
            </p:nvSpPr>
            <p:spPr>
              <a:xfrm>
                <a:off x="6430766" y="1678087"/>
                <a:ext cx="91425" cy="102618"/>
              </a:xfrm>
              <a:custGeom>
                <a:avLst/>
                <a:gdLst/>
                <a:ahLst/>
                <a:cxnLst/>
                <a:rect l="l" t="t" r="r" b="b"/>
                <a:pathLst>
                  <a:path w="4239" h="4758" extrusionOk="0">
                    <a:moveTo>
                      <a:pt x="203" y="1"/>
                    </a:moveTo>
                    <a:cubicBezTo>
                      <a:pt x="191" y="1"/>
                      <a:pt x="178" y="2"/>
                      <a:pt x="165" y="5"/>
                    </a:cubicBezTo>
                    <a:cubicBezTo>
                      <a:pt x="63" y="26"/>
                      <a:pt x="0" y="108"/>
                      <a:pt x="0" y="210"/>
                    </a:cubicBezTo>
                    <a:cubicBezTo>
                      <a:pt x="762" y="4511"/>
                      <a:pt x="3374" y="4758"/>
                      <a:pt x="3950" y="4758"/>
                    </a:cubicBezTo>
                    <a:lnTo>
                      <a:pt x="4054" y="4758"/>
                    </a:lnTo>
                    <a:cubicBezTo>
                      <a:pt x="4156" y="4736"/>
                      <a:pt x="4238" y="4654"/>
                      <a:pt x="4219" y="4552"/>
                    </a:cubicBezTo>
                    <a:cubicBezTo>
                      <a:pt x="4219" y="4459"/>
                      <a:pt x="4153" y="4384"/>
                      <a:pt x="4065" y="4384"/>
                    </a:cubicBezTo>
                    <a:cubicBezTo>
                      <a:pt x="4055" y="4384"/>
                      <a:pt x="4044" y="4385"/>
                      <a:pt x="4033" y="4387"/>
                    </a:cubicBezTo>
                    <a:cubicBezTo>
                      <a:pt x="4021" y="4387"/>
                      <a:pt x="3988" y="4389"/>
                      <a:pt x="3936" y="4389"/>
                    </a:cubicBezTo>
                    <a:cubicBezTo>
                      <a:pt x="3420" y="4389"/>
                      <a:pt x="1081" y="4203"/>
                      <a:pt x="371" y="149"/>
                    </a:cubicBezTo>
                    <a:cubicBezTo>
                      <a:pt x="353" y="59"/>
                      <a:pt x="288" y="1"/>
                      <a:pt x="2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0"/>
              <p:cNvSpPr/>
              <p:nvPr/>
            </p:nvSpPr>
            <p:spPr>
              <a:xfrm>
                <a:off x="6077167" y="1579243"/>
                <a:ext cx="77643" cy="66579"/>
              </a:xfrm>
              <a:custGeom>
                <a:avLst/>
                <a:gdLst/>
                <a:ahLst/>
                <a:cxnLst/>
                <a:rect l="l" t="t" r="r" b="b"/>
                <a:pathLst>
                  <a:path w="3600" h="3087" extrusionOk="0">
                    <a:moveTo>
                      <a:pt x="210" y="1"/>
                    </a:moveTo>
                    <a:cubicBezTo>
                      <a:pt x="179" y="1"/>
                      <a:pt x="150" y="8"/>
                      <a:pt x="124" y="21"/>
                    </a:cubicBezTo>
                    <a:cubicBezTo>
                      <a:pt x="41" y="62"/>
                      <a:pt x="0" y="185"/>
                      <a:pt x="61" y="267"/>
                    </a:cubicBezTo>
                    <a:cubicBezTo>
                      <a:pt x="1378" y="2716"/>
                      <a:pt x="3292" y="3065"/>
                      <a:pt x="3374" y="3087"/>
                    </a:cubicBezTo>
                    <a:lnTo>
                      <a:pt x="3415" y="3087"/>
                    </a:lnTo>
                    <a:cubicBezTo>
                      <a:pt x="3497" y="3087"/>
                      <a:pt x="3580" y="3024"/>
                      <a:pt x="3600" y="2922"/>
                    </a:cubicBezTo>
                    <a:cubicBezTo>
                      <a:pt x="3600" y="2818"/>
                      <a:pt x="3539" y="2736"/>
                      <a:pt x="3435" y="2716"/>
                    </a:cubicBezTo>
                    <a:cubicBezTo>
                      <a:pt x="3415" y="2716"/>
                      <a:pt x="1605" y="2366"/>
                      <a:pt x="371" y="103"/>
                    </a:cubicBezTo>
                    <a:cubicBezTo>
                      <a:pt x="342" y="33"/>
                      <a:pt x="275" y="1"/>
                      <a:pt x="2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40"/>
              <p:cNvSpPr/>
              <p:nvPr/>
            </p:nvSpPr>
            <p:spPr>
              <a:xfrm>
                <a:off x="5802504" y="1408580"/>
                <a:ext cx="76780" cy="69534"/>
              </a:xfrm>
              <a:custGeom>
                <a:avLst/>
                <a:gdLst/>
                <a:ahLst/>
                <a:cxnLst/>
                <a:rect l="l" t="t" r="r" b="b"/>
                <a:pathLst>
                  <a:path w="3560" h="3224" extrusionOk="0">
                    <a:moveTo>
                      <a:pt x="335" y="1"/>
                    </a:moveTo>
                    <a:cubicBezTo>
                      <a:pt x="267" y="1"/>
                      <a:pt x="197" y="52"/>
                      <a:pt x="165" y="116"/>
                    </a:cubicBezTo>
                    <a:cubicBezTo>
                      <a:pt x="0" y="590"/>
                      <a:pt x="22" y="1043"/>
                      <a:pt x="268" y="1454"/>
                    </a:cubicBezTo>
                    <a:cubicBezTo>
                      <a:pt x="968" y="2708"/>
                      <a:pt x="3231" y="3202"/>
                      <a:pt x="3333" y="3223"/>
                    </a:cubicBezTo>
                    <a:lnTo>
                      <a:pt x="3374" y="3223"/>
                    </a:lnTo>
                    <a:cubicBezTo>
                      <a:pt x="3456" y="3223"/>
                      <a:pt x="3519" y="3182"/>
                      <a:pt x="3539" y="3078"/>
                    </a:cubicBezTo>
                    <a:cubicBezTo>
                      <a:pt x="3560" y="2996"/>
                      <a:pt x="3497" y="2894"/>
                      <a:pt x="3395" y="2873"/>
                    </a:cubicBezTo>
                    <a:cubicBezTo>
                      <a:pt x="3374" y="2853"/>
                      <a:pt x="1193" y="2379"/>
                      <a:pt x="576" y="1289"/>
                    </a:cubicBezTo>
                    <a:cubicBezTo>
                      <a:pt x="412" y="960"/>
                      <a:pt x="392" y="610"/>
                      <a:pt x="515" y="239"/>
                    </a:cubicBezTo>
                    <a:cubicBezTo>
                      <a:pt x="556" y="157"/>
                      <a:pt x="494" y="34"/>
                      <a:pt x="392" y="14"/>
                    </a:cubicBezTo>
                    <a:cubicBezTo>
                      <a:pt x="374" y="5"/>
                      <a:pt x="354" y="1"/>
                      <a:pt x="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0"/>
              <p:cNvSpPr/>
              <p:nvPr/>
            </p:nvSpPr>
            <p:spPr>
              <a:xfrm>
                <a:off x="7008020" y="2703104"/>
                <a:ext cx="72790" cy="86982"/>
              </a:xfrm>
              <a:custGeom>
                <a:avLst/>
                <a:gdLst/>
                <a:ahLst/>
                <a:cxnLst/>
                <a:rect l="l" t="t" r="r" b="b"/>
                <a:pathLst>
                  <a:path w="3375" h="4033" extrusionOk="0">
                    <a:moveTo>
                      <a:pt x="185" y="0"/>
                    </a:moveTo>
                    <a:cubicBezTo>
                      <a:pt x="83" y="0"/>
                      <a:pt x="1" y="83"/>
                      <a:pt x="1" y="186"/>
                    </a:cubicBezTo>
                    <a:cubicBezTo>
                      <a:pt x="1" y="227"/>
                      <a:pt x="62" y="3456"/>
                      <a:pt x="3128" y="4033"/>
                    </a:cubicBezTo>
                    <a:lnTo>
                      <a:pt x="3169" y="4033"/>
                    </a:lnTo>
                    <a:cubicBezTo>
                      <a:pt x="3251" y="4033"/>
                      <a:pt x="3333" y="3972"/>
                      <a:pt x="3353" y="3889"/>
                    </a:cubicBezTo>
                    <a:cubicBezTo>
                      <a:pt x="3375" y="3786"/>
                      <a:pt x="3312" y="3684"/>
                      <a:pt x="3210" y="3662"/>
                    </a:cubicBezTo>
                    <a:cubicBezTo>
                      <a:pt x="432" y="3149"/>
                      <a:pt x="371" y="310"/>
                      <a:pt x="371" y="186"/>
                    </a:cubicBezTo>
                    <a:cubicBezTo>
                      <a:pt x="371" y="83"/>
                      <a:pt x="289" y="0"/>
                      <a:pt x="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40"/>
              <p:cNvSpPr/>
              <p:nvPr/>
            </p:nvSpPr>
            <p:spPr>
              <a:xfrm>
                <a:off x="6981406" y="3041649"/>
                <a:ext cx="26636" cy="82970"/>
              </a:xfrm>
              <a:custGeom>
                <a:avLst/>
                <a:gdLst/>
                <a:ahLst/>
                <a:cxnLst/>
                <a:rect l="l" t="t" r="r" b="b"/>
                <a:pathLst>
                  <a:path w="1235" h="3847" extrusionOk="0">
                    <a:moveTo>
                      <a:pt x="226" y="1"/>
                    </a:moveTo>
                    <a:cubicBezTo>
                      <a:pt x="165" y="1"/>
                      <a:pt x="102" y="42"/>
                      <a:pt x="61" y="103"/>
                    </a:cubicBezTo>
                    <a:cubicBezTo>
                      <a:pt x="61" y="124"/>
                      <a:pt x="42" y="165"/>
                      <a:pt x="0" y="267"/>
                    </a:cubicBezTo>
                    <a:cubicBezTo>
                      <a:pt x="144" y="226"/>
                      <a:pt x="267" y="165"/>
                      <a:pt x="412" y="124"/>
                    </a:cubicBezTo>
                    <a:cubicBezTo>
                      <a:pt x="390" y="83"/>
                      <a:pt x="349" y="42"/>
                      <a:pt x="308" y="21"/>
                    </a:cubicBezTo>
                    <a:cubicBezTo>
                      <a:pt x="288" y="1"/>
                      <a:pt x="267" y="1"/>
                      <a:pt x="226" y="1"/>
                    </a:cubicBezTo>
                    <a:close/>
                    <a:moveTo>
                      <a:pt x="1194" y="3559"/>
                    </a:moveTo>
                    <a:cubicBezTo>
                      <a:pt x="1090" y="3641"/>
                      <a:pt x="988" y="3724"/>
                      <a:pt x="864" y="3786"/>
                    </a:cubicBezTo>
                    <a:cubicBezTo>
                      <a:pt x="906" y="3806"/>
                      <a:pt x="947" y="3827"/>
                      <a:pt x="966" y="3847"/>
                    </a:cubicBezTo>
                    <a:lnTo>
                      <a:pt x="1049" y="3847"/>
                    </a:lnTo>
                    <a:cubicBezTo>
                      <a:pt x="1111" y="3847"/>
                      <a:pt x="1194" y="3806"/>
                      <a:pt x="1213" y="3745"/>
                    </a:cubicBezTo>
                    <a:cubicBezTo>
                      <a:pt x="1235" y="3682"/>
                      <a:pt x="1235" y="3621"/>
                      <a:pt x="1194" y="3559"/>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40"/>
              <p:cNvSpPr/>
              <p:nvPr/>
            </p:nvSpPr>
            <p:spPr>
              <a:xfrm>
                <a:off x="6981406" y="3044323"/>
                <a:ext cx="25752" cy="74084"/>
              </a:xfrm>
              <a:custGeom>
                <a:avLst/>
                <a:gdLst/>
                <a:ahLst/>
                <a:cxnLst/>
                <a:rect l="l" t="t" r="r" b="b"/>
                <a:pathLst>
                  <a:path w="1194" h="3435" extrusionOk="0">
                    <a:moveTo>
                      <a:pt x="1194" y="3435"/>
                    </a:moveTo>
                    <a:lnTo>
                      <a:pt x="1194" y="3435"/>
                    </a:lnTo>
                    <a:lnTo>
                      <a:pt x="1194" y="3435"/>
                    </a:lnTo>
                    <a:lnTo>
                      <a:pt x="1194" y="3435"/>
                    </a:lnTo>
                    <a:close/>
                    <a:moveTo>
                      <a:pt x="412" y="0"/>
                    </a:moveTo>
                    <a:cubicBezTo>
                      <a:pt x="267" y="41"/>
                      <a:pt x="144" y="102"/>
                      <a:pt x="0" y="143"/>
                    </a:cubicBezTo>
                    <a:lnTo>
                      <a:pt x="0" y="143"/>
                    </a:lnTo>
                    <a:cubicBezTo>
                      <a:pt x="144" y="102"/>
                      <a:pt x="267" y="41"/>
                      <a:pt x="412" y="0"/>
                    </a:cubicBezTo>
                    <a:close/>
                  </a:path>
                </a:pathLst>
              </a:custGeom>
              <a:solidFill>
                <a:srgbClr val="CE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0"/>
              <p:cNvSpPr/>
              <p:nvPr/>
            </p:nvSpPr>
            <p:spPr>
              <a:xfrm>
                <a:off x="6969867" y="3044323"/>
                <a:ext cx="37290" cy="79002"/>
              </a:xfrm>
              <a:custGeom>
                <a:avLst/>
                <a:gdLst/>
                <a:ahLst/>
                <a:cxnLst/>
                <a:rect l="l" t="t" r="r" b="b"/>
                <a:pathLst>
                  <a:path w="1729" h="3663" extrusionOk="0">
                    <a:moveTo>
                      <a:pt x="947" y="0"/>
                    </a:moveTo>
                    <a:cubicBezTo>
                      <a:pt x="802" y="41"/>
                      <a:pt x="679" y="102"/>
                      <a:pt x="535" y="143"/>
                    </a:cubicBezTo>
                    <a:cubicBezTo>
                      <a:pt x="371" y="555"/>
                      <a:pt x="1" y="1605"/>
                      <a:pt x="349" y="2530"/>
                    </a:cubicBezTo>
                    <a:cubicBezTo>
                      <a:pt x="535" y="3024"/>
                      <a:pt x="884" y="3415"/>
                      <a:pt x="1399" y="3662"/>
                    </a:cubicBezTo>
                    <a:cubicBezTo>
                      <a:pt x="1523" y="3600"/>
                      <a:pt x="1625" y="3517"/>
                      <a:pt x="1729" y="3435"/>
                    </a:cubicBezTo>
                    <a:cubicBezTo>
                      <a:pt x="1707" y="3415"/>
                      <a:pt x="1687" y="3394"/>
                      <a:pt x="1646" y="3374"/>
                    </a:cubicBezTo>
                    <a:cubicBezTo>
                      <a:pt x="1172" y="3168"/>
                      <a:pt x="843" y="2839"/>
                      <a:pt x="700" y="2406"/>
                    </a:cubicBezTo>
                    <a:cubicBezTo>
                      <a:pt x="330" y="1399"/>
                      <a:pt x="925" y="165"/>
                      <a:pt x="925" y="143"/>
                    </a:cubicBezTo>
                    <a:cubicBezTo>
                      <a:pt x="947" y="102"/>
                      <a:pt x="967" y="41"/>
                      <a:pt x="9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40"/>
              <p:cNvSpPr/>
              <p:nvPr/>
            </p:nvSpPr>
            <p:spPr>
              <a:xfrm>
                <a:off x="6946790" y="3381941"/>
                <a:ext cx="8023" cy="5349"/>
              </a:xfrm>
              <a:custGeom>
                <a:avLst/>
                <a:gdLst/>
                <a:ahLst/>
                <a:cxnLst/>
                <a:rect l="l" t="t" r="r" b="b"/>
                <a:pathLst>
                  <a:path w="372" h="248" extrusionOk="0">
                    <a:moveTo>
                      <a:pt x="185" y="1"/>
                    </a:moveTo>
                    <a:cubicBezTo>
                      <a:pt x="103" y="1"/>
                      <a:pt x="21" y="63"/>
                      <a:pt x="1" y="165"/>
                    </a:cubicBezTo>
                    <a:lnTo>
                      <a:pt x="1" y="248"/>
                    </a:lnTo>
                    <a:lnTo>
                      <a:pt x="371" y="124"/>
                    </a:lnTo>
                    <a:cubicBezTo>
                      <a:pt x="350" y="63"/>
                      <a:pt x="289" y="22"/>
                      <a:pt x="226" y="1"/>
                    </a:cubicBezTo>
                    <a:close/>
                  </a:path>
                </a:pathLst>
              </a:custGeom>
              <a:solidFill>
                <a:srgbClr val="D6D4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40"/>
              <p:cNvSpPr/>
              <p:nvPr/>
            </p:nvSpPr>
            <p:spPr>
              <a:xfrm>
                <a:off x="6945021" y="3384615"/>
                <a:ext cx="37722" cy="51050"/>
              </a:xfrm>
              <a:custGeom>
                <a:avLst/>
                <a:gdLst/>
                <a:ahLst/>
                <a:cxnLst/>
                <a:rect l="l" t="t" r="r" b="b"/>
                <a:pathLst>
                  <a:path w="1749" h="2367" extrusionOk="0">
                    <a:moveTo>
                      <a:pt x="453" y="0"/>
                    </a:moveTo>
                    <a:lnTo>
                      <a:pt x="83" y="124"/>
                    </a:lnTo>
                    <a:cubicBezTo>
                      <a:pt x="0" y="803"/>
                      <a:pt x="185" y="2058"/>
                      <a:pt x="1501" y="2367"/>
                    </a:cubicBezTo>
                    <a:lnTo>
                      <a:pt x="1543" y="2367"/>
                    </a:lnTo>
                    <a:cubicBezTo>
                      <a:pt x="1625" y="2367"/>
                      <a:pt x="1707" y="2304"/>
                      <a:pt x="1729" y="2222"/>
                    </a:cubicBezTo>
                    <a:cubicBezTo>
                      <a:pt x="1748" y="2120"/>
                      <a:pt x="1687" y="2016"/>
                      <a:pt x="1584" y="1997"/>
                    </a:cubicBezTo>
                    <a:cubicBezTo>
                      <a:pt x="206" y="1667"/>
                      <a:pt x="453" y="165"/>
                      <a:pt x="453" y="83"/>
                    </a:cubicBezTo>
                    <a:lnTo>
                      <a:pt x="4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0"/>
              <p:cNvSpPr/>
              <p:nvPr/>
            </p:nvSpPr>
            <p:spPr>
              <a:xfrm>
                <a:off x="7266248" y="1803588"/>
                <a:ext cx="54156" cy="49670"/>
              </a:xfrm>
              <a:custGeom>
                <a:avLst/>
                <a:gdLst/>
                <a:ahLst/>
                <a:cxnLst/>
                <a:rect l="l" t="t" r="r" b="b"/>
                <a:pathLst>
                  <a:path w="2511" h="2303" extrusionOk="0">
                    <a:moveTo>
                      <a:pt x="1151" y="0"/>
                    </a:moveTo>
                    <a:cubicBezTo>
                      <a:pt x="948" y="0"/>
                      <a:pt x="742" y="55"/>
                      <a:pt x="555" y="173"/>
                    </a:cubicBezTo>
                    <a:cubicBezTo>
                      <a:pt x="1" y="502"/>
                      <a:pt x="248" y="955"/>
                      <a:pt x="577" y="1509"/>
                    </a:cubicBezTo>
                    <a:cubicBezTo>
                      <a:pt x="827" y="1947"/>
                      <a:pt x="1054" y="2303"/>
                      <a:pt x="1392" y="2303"/>
                    </a:cubicBezTo>
                    <a:cubicBezTo>
                      <a:pt x="1499" y="2303"/>
                      <a:pt x="1616" y="2268"/>
                      <a:pt x="1749" y="2189"/>
                    </a:cubicBezTo>
                    <a:cubicBezTo>
                      <a:pt x="2305" y="1860"/>
                      <a:pt x="2511" y="1139"/>
                      <a:pt x="2181" y="584"/>
                    </a:cubicBezTo>
                    <a:cubicBezTo>
                      <a:pt x="1949" y="215"/>
                      <a:pt x="1553" y="0"/>
                      <a:pt x="11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40"/>
              <p:cNvSpPr/>
              <p:nvPr/>
            </p:nvSpPr>
            <p:spPr>
              <a:xfrm>
                <a:off x="7263120" y="1800871"/>
                <a:ext cx="51956" cy="47729"/>
              </a:xfrm>
              <a:custGeom>
                <a:avLst/>
                <a:gdLst/>
                <a:ahLst/>
                <a:cxnLst/>
                <a:rect l="l" t="t" r="r" b="b"/>
                <a:pathLst>
                  <a:path w="2409" h="2213" extrusionOk="0">
                    <a:moveTo>
                      <a:pt x="1109" y="1"/>
                    </a:moveTo>
                    <a:cubicBezTo>
                      <a:pt x="913" y="1"/>
                      <a:pt x="715" y="51"/>
                      <a:pt x="536" y="154"/>
                    </a:cubicBezTo>
                    <a:cubicBezTo>
                      <a:pt x="1" y="463"/>
                      <a:pt x="248" y="916"/>
                      <a:pt x="557" y="1451"/>
                    </a:cubicBezTo>
                    <a:cubicBezTo>
                      <a:pt x="810" y="1862"/>
                      <a:pt x="1026" y="2212"/>
                      <a:pt x="1356" y="2212"/>
                    </a:cubicBezTo>
                    <a:cubicBezTo>
                      <a:pt x="1455" y="2212"/>
                      <a:pt x="1564" y="2180"/>
                      <a:pt x="1688" y="2109"/>
                    </a:cubicBezTo>
                    <a:cubicBezTo>
                      <a:pt x="2223" y="1780"/>
                      <a:pt x="2409" y="1100"/>
                      <a:pt x="2080" y="565"/>
                    </a:cubicBezTo>
                    <a:cubicBezTo>
                      <a:pt x="1874" y="197"/>
                      <a:pt x="1496" y="1"/>
                      <a:pt x="11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40"/>
              <p:cNvSpPr/>
              <p:nvPr/>
            </p:nvSpPr>
            <p:spPr>
              <a:xfrm>
                <a:off x="7263120" y="1800828"/>
                <a:ext cx="44407" cy="47341"/>
              </a:xfrm>
              <a:custGeom>
                <a:avLst/>
                <a:gdLst/>
                <a:ahLst/>
                <a:cxnLst/>
                <a:rect l="l" t="t" r="r" b="b"/>
                <a:pathLst>
                  <a:path w="2059" h="2195" extrusionOk="0">
                    <a:moveTo>
                      <a:pt x="1113" y="0"/>
                    </a:moveTo>
                    <a:cubicBezTo>
                      <a:pt x="918" y="0"/>
                      <a:pt x="720" y="50"/>
                      <a:pt x="536" y="156"/>
                    </a:cubicBezTo>
                    <a:cubicBezTo>
                      <a:pt x="1" y="465"/>
                      <a:pt x="248" y="918"/>
                      <a:pt x="557" y="1453"/>
                    </a:cubicBezTo>
                    <a:cubicBezTo>
                      <a:pt x="797" y="1853"/>
                      <a:pt x="1017" y="2194"/>
                      <a:pt x="1332" y="2194"/>
                    </a:cubicBezTo>
                    <a:cubicBezTo>
                      <a:pt x="1341" y="2194"/>
                      <a:pt x="1350" y="2194"/>
                      <a:pt x="1359" y="2194"/>
                    </a:cubicBezTo>
                    <a:cubicBezTo>
                      <a:pt x="681" y="1659"/>
                      <a:pt x="516" y="1349"/>
                      <a:pt x="2058" y="507"/>
                    </a:cubicBezTo>
                    <a:cubicBezTo>
                      <a:pt x="1842" y="183"/>
                      <a:pt x="148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0"/>
              <p:cNvSpPr/>
              <p:nvPr/>
            </p:nvSpPr>
            <p:spPr>
              <a:xfrm>
                <a:off x="7150905" y="1856148"/>
                <a:ext cx="54134" cy="49842"/>
              </a:xfrm>
              <a:custGeom>
                <a:avLst/>
                <a:gdLst/>
                <a:ahLst/>
                <a:cxnLst/>
                <a:rect l="l" t="t" r="r" b="b"/>
                <a:pathLst>
                  <a:path w="2510" h="2311" extrusionOk="0">
                    <a:moveTo>
                      <a:pt x="1170" y="0"/>
                    </a:moveTo>
                    <a:cubicBezTo>
                      <a:pt x="968" y="0"/>
                      <a:pt x="762" y="53"/>
                      <a:pt x="576" y="163"/>
                    </a:cubicBezTo>
                    <a:cubicBezTo>
                      <a:pt x="0" y="493"/>
                      <a:pt x="267" y="965"/>
                      <a:pt x="596" y="1521"/>
                    </a:cubicBezTo>
                    <a:cubicBezTo>
                      <a:pt x="848" y="1946"/>
                      <a:pt x="1064" y="2311"/>
                      <a:pt x="1410" y="2311"/>
                    </a:cubicBezTo>
                    <a:cubicBezTo>
                      <a:pt x="1516" y="2311"/>
                      <a:pt x="1634" y="2276"/>
                      <a:pt x="1769" y="2199"/>
                    </a:cubicBezTo>
                    <a:cubicBezTo>
                      <a:pt x="2324" y="1870"/>
                      <a:pt x="2510" y="1151"/>
                      <a:pt x="2181" y="575"/>
                    </a:cubicBezTo>
                    <a:cubicBezTo>
                      <a:pt x="1962" y="206"/>
                      <a:pt x="1571" y="0"/>
                      <a:pt x="11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40"/>
              <p:cNvSpPr/>
              <p:nvPr/>
            </p:nvSpPr>
            <p:spPr>
              <a:xfrm>
                <a:off x="7148230" y="1853323"/>
                <a:ext cx="51482" cy="47880"/>
              </a:xfrm>
              <a:custGeom>
                <a:avLst/>
                <a:gdLst/>
                <a:ahLst/>
                <a:cxnLst/>
                <a:rect l="l" t="t" r="r" b="b"/>
                <a:pathLst>
                  <a:path w="2387" h="2220" extrusionOk="0">
                    <a:moveTo>
                      <a:pt x="1096" y="1"/>
                    </a:moveTo>
                    <a:cubicBezTo>
                      <a:pt x="904" y="1"/>
                      <a:pt x="711" y="49"/>
                      <a:pt x="535" y="150"/>
                    </a:cubicBezTo>
                    <a:cubicBezTo>
                      <a:pt x="1" y="479"/>
                      <a:pt x="247" y="912"/>
                      <a:pt x="555" y="1466"/>
                    </a:cubicBezTo>
                    <a:cubicBezTo>
                      <a:pt x="790" y="1872"/>
                      <a:pt x="1000" y="2219"/>
                      <a:pt x="1322" y="2219"/>
                    </a:cubicBezTo>
                    <a:cubicBezTo>
                      <a:pt x="1424" y="2219"/>
                      <a:pt x="1537" y="2184"/>
                      <a:pt x="1666" y="2105"/>
                    </a:cubicBezTo>
                    <a:cubicBezTo>
                      <a:pt x="2222" y="1795"/>
                      <a:pt x="2387" y="1096"/>
                      <a:pt x="2078" y="561"/>
                    </a:cubicBezTo>
                    <a:cubicBezTo>
                      <a:pt x="1871" y="202"/>
                      <a:pt x="1487"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40"/>
              <p:cNvSpPr/>
              <p:nvPr/>
            </p:nvSpPr>
            <p:spPr>
              <a:xfrm>
                <a:off x="7148230" y="1853474"/>
                <a:ext cx="43933" cy="47449"/>
              </a:xfrm>
              <a:custGeom>
                <a:avLst/>
                <a:gdLst/>
                <a:ahLst/>
                <a:cxnLst/>
                <a:rect l="l" t="t" r="r" b="b"/>
                <a:pathLst>
                  <a:path w="2037" h="2200" extrusionOk="0">
                    <a:moveTo>
                      <a:pt x="1080" y="1"/>
                    </a:moveTo>
                    <a:cubicBezTo>
                      <a:pt x="894" y="1"/>
                      <a:pt x="707" y="47"/>
                      <a:pt x="535" y="143"/>
                    </a:cubicBezTo>
                    <a:cubicBezTo>
                      <a:pt x="1" y="472"/>
                      <a:pt x="247" y="905"/>
                      <a:pt x="555" y="1459"/>
                    </a:cubicBezTo>
                    <a:cubicBezTo>
                      <a:pt x="802" y="1871"/>
                      <a:pt x="1008" y="2200"/>
                      <a:pt x="1358" y="2200"/>
                    </a:cubicBezTo>
                    <a:cubicBezTo>
                      <a:pt x="659" y="1645"/>
                      <a:pt x="514" y="1336"/>
                      <a:pt x="2036" y="513"/>
                    </a:cubicBezTo>
                    <a:cubicBezTo>
                      <a:pt x="1817" y="184"/>
                      <a:pt x="1451" y="1"/>
                      <a:pt x="1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0"/>
              <p:cNvSpPr/>
              <p:nvPr/>
            </p:nvSpPr>
            <p:spPr>
              <a:xfrm>
                <a:off x="7019559" y="1918263"/>
                <a:ext cx="54156" cy="49842"/>
              </a:xfrm>
              <a:custGeom>
                <a:avLst/>
                <a:gdLst/>
                <a:ahLst/>
                <a:cxnLst/>
                <a:rect l="l" t="t" r="r" b="b"/>
                <a:pathLst>
                  <a:path w="2511" h="2311" extrusionOk="0">
                    <a:moveTo>
                      <a:pt x="1165" y="0"/>
                    </a:moveTo>
                    <a:cubicBezTo>
                      <a:pt x="959" y="0"/>
                      <a:pt x="749" y="53"/>
                      <a:pt x="555" y="164"/>
                    </a:cubicBezTo>
                    <a:cubicBezTo>
                      <a:pt x="1" y="493"/>
                      <a:pt x="267" y="945"/>
                      <a:pt x="596" y="1500"/>
                    </a:cubicBezTo>
                    <a:cubicBezTo>
                      <a:pt x="849" y="1941"/>
                      <a:pt x="1065" y="2310"/>
                      <a:pt x="1412" y="2310"/>
                    </a:cubicBezTo>
                    <a:cubicBezTo>
                      <a:pt x="1518" y="2310"/>
                      <a:pt x="1635" y="2276"/>
                      <a:pt x="1770" y="2199"/>
                    </a:cubicBezTo>
                    <a:cubicBezTo>
                      <a:pt x="2324" y="1850"/>
                      <a:pt x="2510" y="1130"/>
                      <a:pt x="2181" y="575"/>
                    </a:cubicBezTo>
                    <a:cubicBezTo>
                      <a:pt x="1963" y="206"/>
                      <a:pt x="1572"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40"/>
              <p:cNvSpPr/>
              <p:nvPr/>
            </p:nvSpPr>
            <p:spPr>
              <a:xfrm>
                <a:off x="7016906" y="1915351"/>
                <a:ext cx="51482" cy="47707"/>
              </a:xfrm>
              <a:custGeom>
                <a:avLst/>
                <a:gdLst/>
                <a:ahLst/>
                <a:cxnLst/>
                <a:rect l="l" t="t" r="r" b="b"/>
                <a:pathLst>
                  <a:path w="2387" h="2212" extrusionOk="0">
                    <a:moveTo>
                      <a:pt x="1103" y="0"/>
                    </a:moveTo>
                    <a:cubicBezTo>
                      <a:pt x="910" y="0"/>
                      <a:pt x="715" y="50"/>
                      <a:pt x="535" y="154"/>
                    </a:cubicBezTo>
                    <a:cubicBezTo>
                      <a:pt x="0" y="463"/>
                      <a:pt x="226" y="916"/>
                      <a:pt x="555" y="1451"/>
                    </a:cubicBezTo>
                    <a:cubicBezTo>
                      <a:pt x="793" y="1862"/>
                      <a:pt x="1005" y="2212"/>
                      <a:pt x="1334" y="2212"/>
                    </a:cubicBezTo>
                    <a:cubicBezTo>
                      <a:pt x="1433" y="2212"/>
                      <a:pt x="1542" y="2180"/>
                      <a:pt x="1666" y="2109"/>
                    </a:cubicBezTo>
                    <a:cubicBezTo>
                      <a:pt x="2201" y="1780"/>
                      <a:pt x="2387" y="1100"/>
                      <a:pt x="2077" y="565"/>
                    </a:cubicBezTo>
                    <a:cubicBezTo>
                      <a:pt x="1858" y="197"/>
                      <a:pt x="1486" y="0"/>
                      <a:pt x="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40"/>
              <p:cNvSpPr/>
              <p:nvPr/>
            </p:nvSpPr>
            <p:spPr>
              <a:xfrm>
                <a:off x="7016906" y="1915308"/>
                <a:ext cx="43933" cy="47319"/>
              </a:xfrm>
              <a:custGeom>
                <a:avLst/>
                <a:gdLst/>
                <a:ahLst/>
                <a:cxnLst/>
                <a:rect l="l" t="t" r="r" b="b"/>
                <a:pathLst>
                  <a:path w="2037" h="2194" extrusionOk="0">
                    <a:moveTo>
                      <a:pt x="1092" y="1"/>
                    </a:moveTo>
                    <a:cubicBezTo>
                      <a:pt x="902" y="1"/>
                      <a:pt x="710" y="51"/>
                      <a:pt x="535" y="156"/>
                    </a:cubicBezTo>
                    <a:cubicBezTo>
                      <a:pt x="0" y="465"/>
                      <a:pt x="226" y="918"/>
                      <a:pt x="555" y="1453"/>
                    </a:cubicBezTo>
                    <a:cubicBezTo>
                      <a:pt x="795" y="1853"/>
                      <a:pt x="996" y="2194"/>
                      <a:pt x="1330" y="2194"/>
                    </a:cubicBezTo>
                    <a:cubicBezTo>
                      <a:pt x="1339" y="2194"/>
                      <a:pt x="1348" y="2194"/>
                      <a:pt x="1358" y="2193"/>
                    </a:cubicBezTo>
                    <a:cubicBezTo>
                      <a:pt x="659" y="1658"/>
                      <a:pt x="494" y="1349"/>
                      <a:pt x="2036" y="526"/>
                    </a:cubicBezTo>
                    <a:cubicBezTo>
                      <a:pt x="1819" y="188"/>
                      <a:pt x="1459" y="1"/>
                      <a:pt x="10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0"/>
              <p:cNvSpPr/>
              <p:nvPr/>
            </p:nvSpPr>
            <p:spPr>
              <a:xfrm>
                <a:off x="7376716" y="1754522"/>
                <a:ext cx="54156" cy="49886"/>
              </a:xfrm>
              <a:custGeom>
                <a:avLst/>
                <a:gdLst/>
                <a:ahLst/>
                <a:cxnLst/>
                <a:rect l="l" t="t" r="r" b="b"/>
                <a:pathLst>
                  <a:path w="2511" h="2313" extrusionOk="0">
                    <a:moveTo>
                      <a:pt x="1165" y="1"/>
                    </a:moveTo>
                    <a:cubicBezTo>
                      <a:pt x="959" y="1"/>
                      <a:pt x="750" y="53"/>
                      <a:pt x="557" y="164"/>
                    </a:cubicBezTo>
                    <a:cubicBezTo>
                      <a:pt x="0" y="493"/>
                      <a:pt x="247" y="945"/>
                      <a:pt x="576" y="1521"/>
                    </a:cubicBezTo>
                    <a:cubicBezTo>
                      <a:pt x="829" y="1947"/>
                      <a:pt x="1056" y="2312"/>
                      <a:pt x="1399" y="2312"/>
                    </a:cubicBezTo>
                    <a:cubicBezTo>
                      <a:pt x="1504" y="2312"/>
                      <a:pt x="1620" y="2278"/>
                      <a:pt x="1750" y="2201"/>
                    </a:cubicBezTo>
                    <a:cubicBezTo>
                      <a:pt x="2326" y="1872"/>
                      <a:pt x="2510" y="1131"/>
                      <a:pt x="2181" y="575"/>
                    </a:cubicBezTo>
                    <a:cubicBezTo>
                      <a:pt x="1962" y="206"/>
                      <a:pt x="1571" y="1"/>
                      <a:pt x="11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40"/>
              <p:cNvSpPr/>
              <p:nvPr/>
            </p:nvSpPr>
            <p:spPr>
              <a:xfrm>
                <a:off x="7373632" y="1751718"/>
                <a:ext cx="51913" cy="47621"/>
              </a:xfrm>
              <a:custGeom>
                <a:avLst/>
                <a:gdLst/>
                <a:ahLst/>
                <a:cxnLst/>
                <a:rect l="l" t="t" r="r" b="b"/>
                <a:pathLst>
                  <a:path w="2407" h="2208" extrusionOk="0">
                    <a:moveTo>
                      <a:pt x="1111" y="1"/>
                    </a:moveTo>
                    <a:cubicBezTo>
                      <a:pt x="922" y="1"/>
                      <a:pt x="730" y="49"/>
                      <a:pt x="555" y="150"/>
                    </a:cubicBezTo>
                    <a:cubicBezTo>
                      <a:pt x="0" y="480"/>
                      <a:pt x="247" y="911"/>
                      <a:pt x="576" y="1446"/>
                    </a:cubicBezTo>
                    <a:cubicBezTo>
                      <a:pt x="813" y="1857"/>
                      <a:pt x="1026" y="2207"/>
                      <a:pt x="1355" y="2207"/>
                    </a:cubicBezTo>
                    <a:cubicBezTo>
                      <a:pt x="1454" y="2207"/>
                      <a:pt x="1563" y="2176"/>
                      <a:pt x="1687" y="2104"/>
                    </a:cubicBezTo>
                    <a:cubicBezTo>
                      <a:pt x="2222" y="1796"/>
                      <a:pt x="2406" y="1097"/>
                      <a:pt x="2099" y="562"/>
                    </a:cubicBezTo>
                    <a:cubicBezTo>
                      <a:pt x="1878" y="202"/>
                      <a:pt x="1498" y="1"/>
                      <a:pt x="11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40"/>
              <p:cNvSpPr/>
              <p:nvPr/>
            </p:nvSpPr>
            <p:spPr>
              <a:xfrm>
                <a:off x="7373632" y="1751589"/>
                <a:ext cx="44386" cy="47750"/>
              </a:xfrm>
              <a:custGeom>
                <a:avLst/>
                <a:gdLst/>
                <a:ahLst/>
                <a:cxnLst/>
                <a:rect l="l" t="t" r="r" b="b"/>
                <a:pathLst>
                  <a:path w="2058" h="2214" extrusionOk="0">
                    <a:moveTo>
                      <a:pt x="1114" y="0"/>
                    </a:moveTo>
                    <a:cubicBezTo>
                      <a:pt x="924" y="0"/>
                      <a:pt x="731" y="51"/>
                      <a:pt x="555" y="156"/>
                    </a:cubicBezTo>
                    <a:cubicBezTo>
                      <a:pt x="0" y="486"/>
                      <a:pt x="247" y="917"/>
                      <a:pt x="576" y="1452"/>
                    </a:cubicBezTo>
                    <a:cubicBezTo>
                      <a:pt x="823" y="1884"/>
                      <a:pt x="1029" y="2214"/>
                      <a:pt x="1358" y="2214"/>
                    </a:cubicBezTo>
                    <a:cubicBezTo>
                      <a:pt x="678" y="1657"/>
                      <a:pt x="514" y="1350"/>
                      <a:pt x="2058" y="527"/>
                    </a:cubicBezTo>
                    <a:cubicBezTo>
                      <a:pt x="1841" y="187"/>
                      <a:pt x="1481" y="0"/>
                      <a:pt x="1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0"/>
              <p:cNvSpPr/>
              <p:nvPr/>
            </p:nvSpPr>
            <p:spPr>
              <a:xfrm>
                <a:off x="6771511" y="2039947"/>
                <a:ext cx="54630" cy="49799"/>
              </a:xfrm>
              <a:custGeom>
                <a:avLst/>
                <a:gdLst/>
                <a:ahLst/>
                <a:cxnLst/>
                <a:rect l="l" t="t" r="r" b="b"/>
                <a:pathLst>
                  <a:path w="2533" h="2309" extrusionOk="0">
                    <a:moveTo>
                      <a:pt x="1173" y="1"/>
                    </a:moveTo>
                    <a:cubicBezTo>
                      <a:pt x="962" y="1"/>
                      <a:pt x="749" y="58"/>
                      <a:pt x="557" y="178"/>
                    </a:cubicBezTo>
                    <a:cubicBezTo>
                      <a:pt x="1" y="529"/>
                      <a:pt x="269" y="981"/>
                      <a:pt x="618" y="1536"/>
                    </a:cubicBezTo>
                    <a:cubicBezTo>
                      <a:pt x="884" y="1958"/>
                      <a:pt x="1114" y="2309"/>
                      <a:pt x="1453" y="2309"/>
                    </a:cubicBezTo>
                    <a:cubicBezTo>
                      <a:pt x="1560" y="2309"/>
                      <a:pt x="1678" y="2273"/>
                      <a:pt x="1811" y="2194"/>
                    </a:cubicBezTo>
                    <a:cubicBezTo>
                      <a:pt x="2368" y="1845"/>
                      <a:pt x="2532" y="1124"/>
                      <a:pt x="2182" y="570"/>
                    </a:cubicBezTo>
                    <a:cubicBezTo>
                      <a:pt x="1966" y="205"/>
                      <a:pt x="1574" y="1"/>
                      <a:pt x="11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40"/>
              <p:cNvSpPr/>
              <p:nvPr/>
            </p:nvSpPr>
            <p:spPr>
              <a:xfrm>
                <a:off x="6768858" y="2037466"/>
                <a:ext cx="51956" cy="47492"/>
              </a:xfrm>
              <a:custGeom>
                <a:avLst/>
                <a:gdLst/>
                <a:ahLst/>
                <a:cxnLst/>
                <a:rect l="l" t="t" r="r" b="b"/>
                <a:pathLst>
                  <a:path w="2409" h="2202" extrusionOk="0">
                    <a:moveTo>
                      <a:pt x="1112" y="0"/>
                    </a:moveTo>
                    <a:cubicBezTo>
                      <a:pt x="908" y="0"/>
                      <a:pt x="702" y="55"/>
                      <a:pt x="516" y="170"/>
                    </a:cubicBezTo>
                    <a:cubicBezTo>
                      <a:pt x="0" y="499"/>
                      <a:pt x="247" y="932"/>
                      <a:pt x="577" y="1466"/>
                    </a:cubicBezTo>
                    <a:cubicBezTo>
                      <a:pt x="824" y="1869"/>
                      <a:pt x="1048" y="2201"/>
                      <a:pt x="1364" y="2201"/>
                    </a:cubicBezTo>
                    <a:cubicBezTo>
                      <a:pt x="1467" y="2201"/>
                      <a:pt x="1581" y="2165"/>
                      <a:pt x="1709" y="2084"/>
                    </a:cubicBezTo>
                    <a:cubicBezTo>
                      <a:pt x="2244" y="1754"/>
                      <a:pt x="2408" y="1055"/>
                      <a:pt x="2079" y="540"/>
                    </a:cubicBezTo>
                    <a:cubicBezTo>
                      <a:pt x="1865" y="191"/>
                      <a:pt x="1493" y="0"/>
                      <a:pt x="11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40"/>
              <p:cNvSpPr/>
              <p:nvPr/>
            </p:nvSpPr>
            <p:spPr>
              <a:xfrm>
                <a:off x="6768858" y="2037423"/>
                <a:ext cx="43955" cy="47211"/>
              </a:xfrm>
              <a:custGeom>
                <a:avLst/>
                <a:gdLst/>
                <a:ahLst/>
                <a:cxnLst/>
                <a:rect l="l" t="t" r="r" b="b"/>
                <a:pathLst>
                  <a:path w="2038" h="2189" extrusionOk="0">
                    <a:moveTo>
                      <a:pt x="1101" y="0"/>
                    </a:moveTo>
                    <a:cubicBezTo>
                      <a:pt x="900" y="0"/>
                      <a:pt x="698" y="55"/>
                      <a:pt x="516" y="172"/>
                    </a:cubicBezTo>
                    <a:cubicBezTo>
                      <a:pt x="0" y="501"/>
                      <a:pt x="247" y="934"/>
                      <a:pt x="577" y="1468"/>
                    </a:cubicBezTo>
                    <a:cubicBezTo>
                      <a:pt x="816" y="1867"/>
                      <a:pt x="1055" y="2189"/>
                      <a:pt x="1369" y="2189"/>
                    </a:cubicBezTo>
                    <a:cubicBezTo>
                      <a:pt x="1379" y="2189"/>
                      <a:pt x="1389" y="2188"/>
                      <a:pt x="1399" y="2188"/>
                    </a:cubicBezTo>
                    <a:cubicBezTo>
                      <a:pt x="700" y="1653"/>
                      <a:pt x="535" y="1365"/>
                      <a:pt x="2038" y="501"/>
                    </a:cubicBezTo>
                    <a:cubicBezTo>
                      <a:pt x="1825" y="182"/>
                      <a:pt x="1467" y="0"/>
                      <a:pt x="1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0"/>
              <p:cNvSpPr/>
              <p:nvPr/>
            </p:nvSpPr>
            <p:spPr>
              <a:xfrm>
                <a:off x="6657936" y="2095418"/>
                <a:ext cx="54609" cy="49799"/>
              </a:xfrm>
              <a:custGeom>
                <a:avLst/>
                <a:gdLst/>
                <a:ahLst/>
                <a:cxnLst/>
                <a:rect l="l" t="t" r="r" b="b"/>
                <a:pathLst>
                  <a:path w="2532" h="2309" extrusionOk="0">
                    <a:moveTo>
                      <a:pt x="1169" y="0"/>
                    </a:moveTo>
                    <a:cubicBezTo>
                      <a:pt x="960" y="0"/>
                      <a:pt x="748" y="57"/>
                      <a:pt x="557" y="178"/>
                    </a:cubicBezTo>
                    <a:cubicBezTo>
                      <a:pt x="0" y="527"/>
                      <a:pt x="269" y="980"/>
                      <a:pt x="618" y="1536"/>
                    </a:cubicBezTo>
                    <a:cubicBezTo>
                      <a:pt x="868" y="1958"/>
                      <a:pt x="1106" y="2309"/>
                      <a:pt x="1450" y="2309"/>
                    </a:cubicBezTo>
                    <a:cubicBezTo>
                      <a:pt x="1558" y="2309"/>
                      <a:pt x="1678" y="2274"/>
                      <a:pt x="1811" y="2194"/>
                    </a:cubicBezTo>
                    <a:cubicBezTo>
                      <a:pt x="2346" y="1844"/>
                      <a:pt x="2532" y="1103"/>
                      <a:pt x="2181" y="568"/>
                    </a:cubicBezTo>
                    <a:cubicBezTo>
                      <a:pt x="1953" y="205"/>
                      <a:pt x="1565" y="0"/>
                      <a:pt x="11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40"/>
              <p:cNvSpPr/>
              <p:nvPr/>
            </p:nvSpPr>
            <p:spPr>
              <a:xfrm>
                <a:off x="6654852" y="2092916"/>
                <a:ext cx="52366" cy="47470"/>
              </a:xfrm>
              <a:custGeom>
                <a:avLst/>
                <a:gdLst/>
                <a:ahLst/>
                <a:cxnLst/>
                <a:rect l="l" t="t" r="r" b="b"/>
                <a:pathLst>
                  <a:path w="2428" h="2201" extrusionOk="0">
                    <a:moveTo>
                      <a:pt x="1137" y="1"/>
                    </a:moveTo>
                    <a:cubicBezTo>
                      <a:pt x="931" y="1"/>
                      <a:pt x="723" y="55"/>
                      <a:pt x="535" y="171"/>
                    </a:cubicBezTo>
                    <a:cubicBezTo>
                      <a:pt x="0" y="500"/>
                      <a:pt x="267" y="931"/>
                      <a:pt x="596" y="1466"/>
                    </a:cubicBezTo>
                    <a:cubicBezTo>
                      <a:pt x="844" y="1869"/>
                      <a:pt x="1057" y="2201"/>
                      <a:pt x="1375" y="2201"/>
                    </a:cubicBezTo>
                    <a:cubicBezTo>
                      <a:pt x="1480" y="2201"/>
                      <a:pt x="1596" y="2165"/>
                      <a:pt x="1728" y="2083"/>
                    </a:cubicBezTo>
                    <a:cubicBezTo>
                      <a:pt x="2263" y="1754"/>
                      <a:pt x="2428" y="1055"/>
                      <a:pt x="2099" y="520"/>
                    </a:cubicBezTo>
                    <a:cubicBezTo>
                      <a:pt x="1885" y="187"/>
                      <a:pt x="1516" y="1"/>
                      <a:pt x="11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40"/>
              <p:cNvSpPr/>
              <p:nvPr/>
            </p:nvSpPr>
            <p:spPr>
              <a:xfrm>
                <a:off x="6654852" y="2092873"/>
                <a:ext cx="44386" cy="47233"/>
              </a:xfrm>
              <a:custGeom>
                <a:avLst/>
                <a:gdLst/>
                <a:ahLst/>
                <a:cxnLst/>
                <a:rect l="l" t="t" r="r" b="b"/>
                <a:pathLst>
                  <a:path w="2058" h="2190" extrusionOk="0">
                    <a:moveTo>
                      <a:pt x="1121" y="1"/>
                    </a:moveTo>
                    <a:cubicBezTo>
                      <a:pt x="921" y="1"/>
                      <a:pt x="719" y="55"/>
                      <a:pt x="535" y="173"/>
                    </a:cubicBezTo>
                    <a:cubicBezTo>
                      <a:pt x="0" y="502"/>
                      <a:pt x="267" y="933"/>
                      <a:pt x="596" y="1468"/>
                    </a:cubicBezTo>
                    <a:cubicBezTo>
                      <a:pt x="836" y="1868"/>
                      <a:pt x="1057" y="2190"/>
                      <a:pt x="1371" y="2190"/>
                    </a:cubicBezTo>
                    <a:cubicBezTo>
                      <a:pt x="1380" y="2190"/>
                      <a:pt x="1390" y="2190"/>
                      <a:pt x="1399" y="2189"/>
                    </a:cubicBezTo>
                    <a:cubicBezTo>
                      <a:pt x="700" y="1654"/>
                      <a:pt x="535" y="1366"/>
                      <a:pt x="2057" y="481"/>
                    </a:cubicBezTo>
                    <a:cubicBezTo>
                      <a:pt x="1832" y="177"/>
                      <a:pt x="1480" y="1"/>
                      <a:pt x="11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0"/>
              <p:cNvSpPr/>
              <p:nvPr/>
            </p:nvSpPr>
            <p:spPr>
              <a:xfrm>
                <a:off x="6527949" y="2160509"/>
                <a:ext cx="54587" cy="49735"/>
              </a:xfrm>
              <a:custGeom>
                <a:avLst/>
                <a:gdLst/>
                <a:ahLst/>
                <a:cxnLst/>
                <a:rect l="l" t="t" r="r" b="b"/>
                <a:pathLst>
                  <a:path w="2531" h="2306" extrusionOk="0">
                    <a:moveTo>
                      <a:pt x="1190" y="1"/>
                    </a:moveTo>
                    <a:cubicBezTo>
                      <a:pt x="973" y="1"/>
                      <a:pt x="753" y="60"/>
                      <a:pt x="555" y="184"/>
                    </a:cubicBezTo>
                    <a:cubicBezTo>
                      <a:pt x="1" y="534"/>
                      <a:pt x="267" y="987"/>
                      <a:pt x="618" y="1541"/>
                    </a:cubicBezTo>
                    <a:cubicBezTo>
                      <a:pt x="879" y="1959"/>
                      <a:pt x="1107" y="2306"/>
                      <a:pt x="1439" y="2306"/>
                    </a:cubicBezTo>
                    <a:cubicBezTo>
                      <a:pt x="1550" y="2306"/>
                      <a:pt x="1672" y="2267"/>
                      <a:pt x="1811" y="2180"/>
                    </a:cubicBezTo>
                    <a:cubicBezTo>
                      <a:pt x="2366" y="1851"/>
                      <a:pt x="2530" y="1110"/>
                      <a:pt x="2181" y="554"/>
                    </a:cubicBezTo>
                    <a:cubicBezTo>
                      <a:pt x="1969" y="196"/>
                      <a:pt x="1585" y="1"/>
                      <a:pt x="1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40"/>
              <p:cNvSpPr/>
              <p:nvPr/>
            </p:nvSpPr>
            <p:spPr>
              <a:xfrm>
                <a:off x="6525296" y="2158115"/>
                <a:ext cx="51913" cy="47470"/>
              </a:xfrm>
              <a:custGeom>
                <a:avLst/>
                <a:gdLst/>
                <a:ahLst/>
                <a:cxnLst/>
                <a:rect l="l" t="t" r="r" b="b"/>
                <a:pathLst>
                  <a:path w="2407" h="2201" extrusionOk="0">
                    <a:moveTo>
                      <a:pt x="1115" y="1"/>
                    </a:moveTo>
                    <a:cubicBezTo>
                      <a:pt x="910" y="1"/>
                      <a:pt x="702" y="56"/>
                      <a:pt x="514" y="171"/>
                    </a:cubicBezTo>
                    <a:cubicBezTo>
                      <a:pt x="0" y="500"/>
                      <a:pt x="247" y="933"/>
                      <a:pt x="576" y="1468"/>
                    </a:cubicBezTo>
                    <a:cubicBezTo>
                      <a:pt x="826" y="1857"/>
                      <a:pt x="1051" y="2200"/>
                      <a:pt x="1370" y="2200"/>
                    </a:cubicBezTo>
                    <a:cubicBezTo>
                      <a:pt x="1471" y="2200"/>
                      <a:pt x="1582" y="2165"/>
                      <a:pt x="1707" y="2085"/>
                    </a:cubicBezTo>
                    <a:cubicBezTo>
                      <a:pt x="2242" y="1756"/>
                      <a:pt x="2406" y="1057"/>
                      <a:pt x="2077" y="522"/>
                    </a:cubicBezTo>
                    <a:cubicBezTo>
                      <a:pt x="1864" y="188"/>
                      <a:pt x="1494"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40"/>
              <p:cNvSpPr/>
              <p:nvPr/>
            </p:nvSpPr>
            <p:spPr>
              <a:xfrm>
                <a:off x="6525296" y="2157985"/>
                <a:ext cx="43911" cy="47341"/>
              </a:xfrm>
              <a:custGeom>
                <a:avLst/>
                <a:gdLst/>
                <a:ahLst/>
                <a:cxnLst/>
                <a:rect l="l" t="t" r="r" b="b"/>
                <a:pathLst>
                  <a:path w="2036" h="2195" extrusionOk="0">
                    <a:moveTo>
                      <a:pt x="1118" y="0"/>
                    </a:moveTo>
                    <a:cubicBezTo>
                      <a:pt x="911" y="0"/>
                      <a:pt x="702" y="57"/>
                      <a:pt x="514" y="177"/>
                    </a:cubicBezTo>
                    <a:cubicBezTo>
                      <a:pt x="0" y="506"/>
                      <a:pt x="247" y="939"/>
                      <a:pt x="576" y="1474"/>
                    </a:cubicBezTo>
                    <a:cubicBezTo>
                      <a:pt x="815" y="1873"/>
                      <a:pt x="1055" y="2194"/>
                      <a:pt x="1369" y="2194"/>
                    </a:cubicBezTo>
                    <a:cubicBezTo>
                      <a:pt x="1379" y="2194"/>
                      <a:pt x="1389" y="2194"/>
                      <a:pt x="1399" y="2193"/>
                    </a:cubicBezTo>
                    <a:cubicBezTo>
                      <a:pt x="700" y="1658"/>
                      <a:pt x="535" y="1351"/>
                      <a:pt x="2036" y="487"/>
                    </a:cubicBezTo>
                    <a:cubicBezTo>
                      <a:pt x="1827" y="173"/>
                      <a:pt x="1477" y="0"/>
                      <a:pt x="11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0"/>
              <p:cNvSpPr/>
              <p:nvPr/>
            </p:nvSpPr>
            <p:spPr>
              <a:xfrm>
                <a:off x="6881138" y="1988249"/>
                <a:ext cx="54566" cy="49605"/>
              </a:xfrm>
              <a:custGeom>
                <a:avLst/>
                <a:gdLst/>
                <a:ahLst/>
                <a:cxnLst/>
                <a:rect l="l" t="t" r="r" b="b"/>
                <a:pathLst>
                  <a:path w="2530" h="2300" extrusionOk="0">
                    <a:moveTo>
                      <a:pt x="1168" y="0"/>
                    </a:moveTo>
                    <a:cubicBezTo>
                      <a:pt x="959" y="0"/>
                      <a:pt x="747" y="55"/>
                      <a:pt x="555" y="169"/>
                    </a:cubicBezTo>
                    <a:cubicBezTo>
                      <a:pt x="0" y="518"/>
                      <a:pt x="267" y="970"/>
                      <a:pt x="617" y="1527"/>
                    </a:cubicBezTo>
                    <a:cubicBezTo>
                      <a:pt x="867" y="1948"/>
                      <a:pt x="1094" y="2299"/>
                      <a:pt x="1431" y="2299"/>
                    </a:cubicBezTo>
                    <a:cubicBezTo>
                      <a:pt x="1538" y="2299"/>
                      <a:pt x="1656" y="2264"/>
                      <a:pt x="1789" y="2185"/>
                    </a:cubicBezTo>
                    <a:cubicBezTo>
                      <a:pt x="2345" y="1834"/>
                      <a:pt x="2530" y="1115"/>
                      <a:pt x="2181" y="559"/>
                    </a:cubicBezTo>
                    <a:cubicBezTo>
                      <a:pt x="1951" y="196"/>
                      <a:pt x="1564" y="0"/>
                      <a:pt x="1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40"/>
              <p:cNvSpPr/>
              <p:nvPr/>
            </p:nvSpPr>
            <p:spPr>
              <a:xfrm>
                <a:off x="6878011" y="1985575"/>
                <a:ext cx="52366" cy="47449"/>
              </a:xfrm>
              <a:custGeom>
                <a:avLst/>
                <a:gdLst/>
                <a:ahLst/>
                <a:cxnLst/>
                <a:rect l="l" t="t" r="r" b="b"/>
                <a:pathLst>
                  <a:path w="2428" h="2200" extrusionOk="0">
                    <a:moveTo>
                      <a:pt x="1132" y="0"/>
                    </a:moveTo>
                    <a:cubicBezTo>
                      <a:pt x="928" y="0"/>
                      <a:pt x="722" y="55"/>
                      <a:pt x="535" y="169"/>
                    </a:cubicBezTo>
                    <a:cubicBezTo>
                      <a:pt x="0" y="499"/>
                      <a:pt x="269" y="930"/>
                      <a:pt x="598" y="1465"/>
                    </a:cubicBezTo>
                    <a:cubicBezTo>
                      <a:pt x="845" y="1867"/>
                      <a:pt x="1057" y="2200"/>
                      <a:pt x="1375" y="2200"/>
                    </a:cubicBezTo>
                    <a:cubicBezTo>
                      <a:pt x="1480" y="2200"/>
                      <a:pt x="1596" y="2163"/>
                      <a:pt x="1728" y="2082"/>
                    </a:cubicBezTo>
                    <a:cubicBezTo>
                      <a:pt x="2263" y="1753"/>
                      <a:pt x="2428" y="1053"/>
                      <a:pt x="2099" y="540"/>
                    </a:cubicBezTo>
                    <a:cubicBezTo>
                      <a:pt x="1884" y="191"/>
                      <a:pt x="1513" y="0"/>
                      <a:pt x="11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40"/>
              <p:cNvSpPr/>
              <p:nvPr/>
            </p:nvSpPr>
            <p:spPr>
              <a:xfrm>
                <a:off x="6878011" y="1985532"/>
                <a:ext cx="44386" cy="47211"/>
              </a:xfrm>
              <a:custGeom>
                <a:avLst/>
                <a:gdLst/>
                <a:ahLst/>
                <a:cxnLst/>
                <a:rect l="l" t="t" r="r" b="b"/>
                <a:pathLst>
                  <a:path w="2058" h="2189" extrusionOk="0">
                    <a:moveTo>
                      <a:pt x="1116" y="0"/>
                    </a:moveTo>
                    <a:cubicBezTo>
                      <a:pt x="918" y="0"/>
                      <a:pt x="718" y="55"/>
                      <a:pt x="535" y="171"/>
                    </a:cubicBezTo>
                    <a:cubicBezTo>
                      <a:pt x="0" y="501"/>
                      <a:pt x="269" y="932"/>
                      <a:pt x="598" y="1467"/>
                    </a:cubicBezTo>
                    <a:cubicBezTo>
                      <a:pt x="837" y="1866"/>
                      <a:pt x="1057" y="2188"/>
                      <a:pt x="1371" y="2188"/>
                    </a:cubicBezTo>
                    <a:cubicBezTo>
                      <a:pt x="1380" y="2188"/>
                      <a:pt x="1390" y="2188"/>
                      <a:pt x="1399" y="2188"/>
                    </a:cubicBezTo>
                    <a:cubicBezTo>
                      <a:pt x="700" y="1672"/>
                      <a:pt x="535" y="1365"/>
                      <a:pt x="2057" y="501"/>
                    </a:cubicBezTo>
                    <a:cubicBezTo>
                      <a:pt x="1832" y="182"/>
                      <a:pt x="1478" y="0"/>
                      <a:pt x="11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0"/>
              <p:cNvSpPr/>
              <p:nvPr/>
            </p:nvSpPr>
            <p:spPr>
              <a:xfrm>
                <a:off x="6258614" y="2310489"/>
                <a:ext cx="54609" cy="49735"/>
              </a:xfrm>
              <a:custGeom>
                <a:avLst/>
                <a:gdLst/>
                <a:ahLst/>
                <a:cxnLst/>
                <a:rect l="l" t="t" r="r" b="b"/>
                <a:pathLst>
                  <a:path w="2532" h="2306" extrusionOk="0">
                    <a:moveTo>
                      <a:pt x="1171" y="0"/>
                    </a:moveTo>
                    <a:cubicBezTo>
                      <a:pt x="953" y="0"/>
                      <a:pt x="733" y="59"/>
                      <a:pt x="535" y="183"/>
                    </a:cubicBezTo>
                    <a:cubicBezTo>
                      <a:pt x="0" y="534"/>
                      <a:pt x="269" y="986"/>
                      <a:pt x="618" y="1541"/>
                    </a:cubicBezTo>
                    <a:cubicBezTo>
                      <a:pt x="881" y="1958"/>
                      <a:pt x="1108" y="2305"/>
                      <a:pt x="1440" y="2305"/>
                    </a:cubicBezTo>
                    <a:cubicBezTo>
                      <a:pt x="1550" y="2305"/>
                      <a:pt x="1672" y="2267"/>
                      <a:pt x="1811" y="2179"/>
                    </a:cubicBezTo>
                    <a:cubicBezTo>
                      <a:pt x="2367" y="1829"/>
                      <a:pt x="2532" y="1088"/>
                      <a:pt x="2181" y="553"/>
                    </a:cubicBezTo>
                    <a:cubicBezTo>
                      <a:pt x="1956" y="196"/>
                      <a:pt x="1568"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40"/>
              <p:cNvSpPr/>
              <p:nvPr/>
            </p:nvSpPr>
            <p:spPr>
              <a:xfrm>
                <a:off x="6255530" y="2307987"/>
                <a:ext cx="51913" cy="47556"/>
              </a:xfrm>
              <a:custGeom>
                <a:avLst/>
                <a:gdLst/>
                <a:ahLst/>
                <a:cxnLst/>
                <a:rect l="l" t="t" r="r" b="b"/>
                <a:pathLst>
                  <a:path w="2407" h="2205" extrusionOk="0">
                    <a:moveTo>
                      <a:pt x="1128" y="1"/>
                    </a:moveTo>
                    <a:cubicBezTo>
                      <a:pt x="919" y="1"/>
                      <a:pt x="706" y="58"/>
                      <a:pt x="514" y="176"/>
                    </a:cubicBezTo>
                    <a:cubicBezTo>
                      <a:pt x="0" y="505"/>
                      <a:pt x="247" y="938"/>
                      <a:pt x="596" y="1473"/>
                    </a:cubicBezTo>
                    <a:cubicBezTo>
                      <a:pt x="845" y="1862"/>
                      <a:pt x="1071" y="2204"/>
                      <a:pt x="1390" y="2204"/>
                    </a:cubicBezTo>
                    <a:cubicBezTo>
                      <a:pt x="1492" y="2204"/>
                      <a:pt x="1604" y="2169"/>
                      <a:pt x="1728" y="2090"/>
                    </a:cubicBezTo>
                    <a:cubicBezTo>
                      <a:pt x="2263" y="1739"/>
                      <a:pt x="2406" y="1040"/>
                      <a:pt x="2077" y="526"/>
                    </a:cubicBezTo>
                    <a:cubicBezTo>
                      <a:pt x="1866" y="183"/>
                      <a:pt x="1503" y="1"/>
                      <a:pt x="11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40"/>
              <p:cNvSpPr/>
              <p:nvPr/>
            </p:nvSpPr>
            <p:spPr>
              <a:xfrm>
                <a:off x="6255530" y="2307944"/>
                <a:ext cx="43933" cy="47341"/>
              </a:xfrm>
              <a:custGeom>
                <a:avLst/>
                <a:gdLst/>
                <a:ahLst/>
                <a:cxnLst/>
                <a:rect l="l" t="t" r="r" b="b"/>
                <a:pathLst>
                  <a:path w="2037" h="2195" extrusionOk="0">
                    <a:moveTo>
                      <a:pt x="1118" y="1"/>
                    </a:moveTo>
                    <a:cubicBezTo>
                      <a:pt x="911" y="1"/>
                      <a:pt x="702" y="58"/>
                      <a:pt x="514" y="178"/>
                    </a:cubicBezTo>
                    <a:cubicBezTo>
                      <a:pt x="0" y="507"/>
                      <a:pt x="247" y="940"/>
                      <a:pt x="596" y="1475"/>
                    </a:cubicBezTo>
                    <a:cubicBezTo>
                      <a:pt x="835" y="1873"/>
                      <a:pt x="1074" y="2195"/>
                      <a:pt x="1389" y="2195"/>
                    </a:cubicBezTo>
                    <a:cubicBezTo>
                      <a:pt x="1399" y="2195"/>
                      <a:pt x="1409" y="2194"/>
                      <a:pt x="1419" y="2194"/>
                    </a:cubicBezTo>
                    <a:cubicBezTo>
                      <a:pt x="700" y="1659"/>
                      <a:pt x="535" y="1371"/>
                      <a:pt x="2036" y="487"/>
                    </a:cubicBezTo>
                    <a:cubicBezTo>
                      <a:pt x="1827" y="173"/>
                      <a:pt x="1477" y="1"/>
                      <a:pt x="1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0"/>
              <p:cNvSpPr/>
              <p:nvPr/>
            </p:nvSpPr>
            <p:spPr>
              <a:xfrm>
                <a:off x="6145492" y="2366824"/>
                <a:ext cx="54156" cy="49735"/>
              </a:xfrm>
              <a:custGeom>
                <a:avLst/>
                <a:gdLst/>
                <a:ahLst/>
                <a:cxnLst/>
                <a:rect l="l" t="t" r="r" b="b"/>
                <a:pathLst>
                  <a:path w="2511" h="2306" extrusionOk="0">
                    <a:moveTo>
                      <a:pt x="1165" y="0"/>
                    </a:moveTo>
                    <a:cubicBezTo>
                      <a:pt x="950" y="0"/>
                      <a:pt x="732" y="60"/>
                      <a:pt x="535" y="185"/>
                    </a:cubicBezTo>
                    <a:cubicBezTo>
                      <a:pt x="0" y="533"/>
                      <a:pt x="267" y="986"/>
                      <a:pt x="617" y="1542"/>
                    </a:cubicBezTo>
                    <a:cubicBezTo>
                      <a:pt x="879" y="1958"/>
                      <a:pt x="1106" y="2306"/>
                      <a:pt x="1438" y="2306"/>
                    </a:cubicBezTo>
                    <a:cubicBezTo>
                      <a:pt x="1549" y="2306"/>
                      <a:pt x="1672" y="2267"/>
                      <a:pt x="1811" y="2179"/>
                    </a:cubicBezTo>
                    <a:cubicBezTo>
                      <a:pt x="2365" y="1830"/>
                      <a:pt x="2510" y="1110"/>
                      <a:pt x="2160" y="555"/>
                    </a:cubicBezTo>
                    <a:cubicBezTo>
                      <a:pt x="1935" y="196"/>
                      <a:pt x="1555" y="0"/>
                      <a:pt x="11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40"/>
              <p:cNvSpPr/>
              <p:nvPr/>
            </p:nvSpPr>
            <p:spPr>
              <a:xfrm>
                <a:off x="6142365" y="2364343"/>
                <a:ext cx="51956" cy="47599"/>
              </a:xfrm>
              <a:custGeom>
                <a:avLst/>
                <a:gdLst/>
                <a:ahLst/>
                <a:cxnLst/>
                <a:rect l="l" t="t" r="r" b="b"/>
                <a:pathLst>
                  <a:path w="2409" h="2207" extrusionOk="0">
                    <a:moveTo>
                      <a:pt x="1131" y="1"/>
                    </a:moveTo>
                    <a:cubicBezTo>
                      <a:pt x="921" y="1"/>
                      <a:pt x="708" y="58"/>
                      <a:pt x="516" y="176"/>
                    </a:cubicBezTo>
                    <a:cubicBezTo>
                      <a:pt x="0" y="505"/>
                      <a:pt x="247" y="958"/>
                      <a:pt x="598" y="1471"/>
                    </a:cubicBezTo>
                    <a:cubicBezTo>
                      <a:pt x="846" y="1874"/>
                      <a:pt x="1070" y="2206"/>
                      <a:pt x="1384" y="2206"/>
                    </a:cubicBezTo>
                    <a:cubicBezTo>
                      <a:pt x="1488" y="2206"/>
                      <a:pt x="1601" y="2170"/>
                      <a:pt x="1729" y="2089"/>
                    </a:cubicBezTo>
                    <a:cubicBezTo>
                      <a:pt x="2263" y="1759"/>
                      <a:pt x="2408" y="1060"/>
                      <a:pt x="2079" y="525"/>
                    </a:cubicBezTo>
                    <a:cubicBezTo>
                      <a:pt x="1868" y="182"/>
                      <a:pt x="1506" y="1"/>
                      <a:pt x="11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40"/>
              <p:cNvSpPr/>
              <p:nvPr/>
            </p:nvSpPr>
            <p:spPr>
              <a:xfrm>
                <a:off x="6142365" y="2364300"/>
                <a:ext cx="43955" cy="47362"/>
              </a:xfrm>
              <a:custGeom>
                <a:avLst/>
                <a:gdLst/>
                <a:ahLst/>
                <a:cxnLst/>
                <a:rect l="l" t="t" r="r" b="b"/>
                <a:pathLst>
                  <a:path w="2038" h="2196" extrusionOk="0">
                    <a:moveTo>
                      <a:pt x="1115" y="1"/>
                    </a:moveTo>
                    <a:cubicBezTo>
                      <a:pt x="911" y="1"/>
                      <a:pt x="703" y="58"/>
                      <a:pt x="516" y="178"/>
                    </a:cubicBezTo>
                    <a:cubicBezTo>
                      <a:pt x="0" y="507"/>
                      <a:pt x="247" y="960"/>
                      <a:pt x="598" y="1473"/>
                    </a:cubicBezTo>
                    <a:cubicBezTo>
                      <a:pt x="838" y="1873"/>
                      <a:pt x="1057" y="2195"/>
                      <a:pt x="1391" y="2195"/>
                    </a:cubicBezTo>
                    <a:cubicBezTo>
                      <a:pt x="1401" y="2195"/>
                      <a:pt x="1411" y="2195"/>
                      <a:pt x="1421" y="2194"/>
                    </a:cubicBezTo>
                    <a:cubicBezTo>
                      <a:pt x="700" y="1679"/>
                      <a:pt x="535" y="1371"/>
                      <a:pt x="2038" y="486"/>
                    </a:cubicBezTo>
                    <a:cubicBezTo>
                      <a:pt x="1816" y="173"/>
                      <a:pt x="1469" y="1"/>
                      <a:pt x="11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0"/>
              <p:cNvSpPr/>
              <p:nvPr/>
            </p:nvSpPr>
            <p:spPr>
              <a:xfrm>
                <a:off x="6015936" y="2433381"/>
                <a:ext cx="54566" cy="49735"/>
              </a:xfrm>
              <a:custGeom>
                <a:avLst/>
                <a:gdLst/>
                <a:ahLst/>
                <a:cxnLst/>
                <a:rect l="l" t="t" r="r" b="b"/>
                <a:pathLst>
                  <a:path w="2530" h="2306" extrusionOk="0">
                    <a:moveTo>
                      <a:pt x="1186" y="0"/>
                    </a:moveTo>
                    <a:cubicBezTo>
                      <a:pt x="971" y="0"/>
                      <a:pt x="753" y="60"/>
                      <a:pt x="555" y="184"/>
                    </a:cubicBezTo>
                    <a:cubicBezTo>
                      <a:pt x="0" y="533"/>
                      <a:pt x="267" y="986"/>
                      <a:pt x="617" y="1542"/>
                    </a:cubicBezTo>
                    <a:cubicBezTo>
                      <a:pt x="879" y="1958"/>
                      <a:pt x="1118" y="2305"/>
                      <a:pt x="1456" y="2305"/>
                    </a:cubicBezTo>
                    <a:cubicBezTo>
                      <a:pt x="1568" y="2305"/>
                      <a:pt x="1692" y="2267"/>
                      <a:pt x="1830" y="2179"/>
                    </a:cubicBezTo>
                    <a:cubicBezTo>
                      <a:pt x="2365" y="1830"/>
                      <a:pt x="2530" y="1109"/>
                      <a:pt x="2181" y="555"/>
                    </a:cubicBezTo>
                    <a:cubicBezTo>
                      <a:pt x="1955" y="196"/>
                      <a:pt x="1576"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40"/>
              <p:cNvSpPr/>
              <p:nvPr/>
            </p:nvSpPr>
            <p:spPr>
              <a:xfrm>
                <a:off x="6013262" y="2430901"/>
                <a:ext cx="51913" cy="47535"/>
              </a:xfrm>
              <a:custGeom>
                <a:avLst/>
                <a:gdLst/>
                <a:ahLst/>
                <a:cxnLst/>
                <a:rect l="l" t="t" r="r" b="b"/>
                <a:pathLst>
                  <a:path w="2407" h="2204" extrusionOk="0">
                    <a:moveTo>
                      <a:pt x="1130" y="0"/>
                    </a:moveTo>
                    <a:cubicBezTo>
                      <a:pt x="920" y="0"/>
                      <a:pt x="707" y="58"/>
                      <a:pt x="514" y="176"/>
                    </a:cubicBezTo>
                    <a:cubicBezTo>
                      <a:pt x="1" y="505"/>
                      <a:pt x="248" y="936"/>
                      <a:pt x="577" y="1471"/>
                    </a:cubicBezTo>
                    <a:cubicBezTo>
                      <a:pt x="841" y="1861"/>
                      <a:pt x="1059" y="2203"/>
                      <a:pt x="1382" y="2203"/>
                    </a:cubicBezTo>
                    <a:cubicBezTo>
                      <a:pt x="1485" y="2203"/>
                      <a:pt x="1599" y="2168"/>
                      <a:pt x="1729" y="2088"/>
                    </a:cubicBezTo>
                    <a:cubicBezTo>
                      <a:pt x="2264" y="1739"/>
                      <a:pt x="2407" y="1040"/>
                      <a:pt x="2078" y="525"/>
                    </a:cubicBezTo>
                    <a:cubicBezTo>
                      <a:pt x="1867" y="182"/>
                      <a:pt x="1504" y="0"/>
                      <a:pt x="1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0"/>
              <p:cNvSpPr/>
              <p:nvPr/>
            </p:nvSpPr>
            <p:spPr>
              <a:xfrm>
                <a:off x="6013262" y="2430857"/>
                <a:ext cx="43933" cy="47341"/>
              </a:xfrm>
              <a:custGeom>
                <a:avLst/>
                <a:gdLst/>
                <a:ahLst/>
                <a:cxnLst/>
                <a:rect l="l" t="t" r="r" b="b"/>
                <a:pathLst>
                  <a:path w="2037" h="2195" extrusionOk="0">
                    <a:moveTo>
                      <a:pt x="1115" y="0"/>
                    </a:moveTo>
                    <a:cubicBezTo>
                      <a:pt x="910" y="0"/>
                      <a:pt x="703" y="58"/>
                      <a:pt x="514" y="178"/>
                    </a:cubicBezTo>
                    <a:cubicBezTo>
                      <a:pt x="1" y="507"/>
                      <a:pt x="248" y="938"/>
                      <a:pt x="577" y="1473"/>
                    </a:cubicBezTo>
                    <a:cubicBezTo>
                      <a:pt x="836" y="1873"/>
                      <a:pt x="1058" y="2195"/>
                      <a:pt x="1372" y="2195"/>
                    </a:cubicBezTo>
                    <a:cubicBezTo>
                      <a:pt x="1381" y="2195"/>
                      <a:pt x="1390" y="2195"/>
                      <a:pt x="1400" y="2194"/>
                    </a:cubicBezTo>
                    <a:cubicBezTo>
                      <a:pt x="700" y="1659"/>
                      <a:pt x="536" y="1371"/>
                      <a:pt x="2037" y="486"/>
                    </a:cubicBezTo>
                    <a:cubicBezTo>
                      <a:pt x="1815" y="173"/>
                      <a:pt x="1469" y="0"/>
                      <a:pt x="11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40"/>
              <p:cNvSpPr/>
              <p:nvPr/>
            </p:nvSpPr>
            <p:spPr>
              <a:xfrm>
                <a:off x="6367336" y="2257670"/>
                <a:ext cx="54566" cy="49692"/>
              </a:xfrm>
              <a:custGeom>
                <a:avLst/>
                <a:gdLst/>
                <a:ahLst/>
                <a:cxnLst/>
                <a:rect l="l" t="t" r="r" b="b"/>
                <a:pathLst>
                  <a:path w="2530" h="2304" extrusionOk="0">
                    <a:moveTo>
                      <a:pt x="1186" y="1"/>
                    </a:moveTo>
                    <a:cubicBezTo>
                      <a:pt x="971" y="1"/>
                      <a:pt x="753" y="60"/>
                      <a:pt x="555" y="185"/>
                    </a:cubicBezTo>
                    <a:cubicBezTo>
                      <a:pt x="0" y="534"/>
                      <a:pt x="267" y="986"/>
                      <a:pt x="618" y="1543"/>
                    </a:cubicBezTo>
                    <a:cubicBezTo>
                      <a:pt x="881" y="1946"/>
                      <a:pt x="1122" y="2303"/>
                      <a:pt x="1454" y="2303"/>
                    </a:cubicBezTo>
                    <a:cubicBezTo>
                      <a:pt x="1562" y="2303"/>
                      <a:pt x="1680" y="2265"/>
                      <a:pt x="1811" y="2180"/>
                    </a:cubicBezTo>
                    <a:cubicBezTo>
                      <a:pt x="2365" y="1831"/>
                      <a:pt x="2530" y="1090"/>
                      <a:pt x="2181" y="555"/>
                    </a:cubicBezTo>
                    <a:cubicBezTo>
                      <a:pt x="1955" y="197"/>
                      <a:pt x="1576" y="1"/>
                      <a:pt x="11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40"/>
              <p:cNvSpPr/>
              <p:nvPr/>
            </p:nvSpPr>
            <p:spPr>
              <a:xfrm>
                <a:off x="6364208" y="2254974"/>
                <a:ext cx="52387" cy="47578"/>
              </a:xfrm>
              <a:custGeom>
                <a:avLst/>
                <a:gdLst/>
                <a:ahLst/>
                <a:cxnLst/>
                <a:rect l="l" t="t" r="r" b="b"/>
                <a:pathLst>
                  <a:path w="2429" h="2206" extrusionOk="0">
                    <a:moveTo>
                      <a:pt x="1140" y="0"/>
                    </a:moveTo>
                    <a:cubicBezTo>
                      <a:pt x="932" y="0"/>
                      <a:pt x="721" y="60"/>
                      <a:pt x="535" y="186"/>
                    </a:cubicBezTo>
                    <a:cubicBezTo>
                      <a:pt x="1" y="516"/>
                      <a:pt x="269" y="947"/>
                      <a:pt x="598" y="1482"/>
                    </a:cubicBezTo>
                    <a:cubicBezTo>
                      <a:pt x="844" y="1867"/>
                      <a:pt x="1067" y="2205"/>
                      <a:pt x="1388" y="2205"/>
                    </a:cubicBezTo>
                    <a:cubicBezTo>
                      <a:pt x="1496" y="2205"/>
                      <a:pt x="1615" y="2167"/>
                      <a:pt x="1750" y="2079"/>
                    </a:cubicBezTo>
                    <a:cubicBezTo>
                      <a:pt x="2264" y="1750"/>
                      <a:pt x="2428" y="1050"/>
                      <a:pt x="2099" y="516"/>
                    </a:cubicBezTo>
                    <a:cubicBezTo>
                      <a:pt x="1876" y="186"/>
                      <a:pt x="1510"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0"/>
              <p:cNvSpPr/>
              <p:nvPr/>
            </p:nvSpPr>
            <p:spPr>
              <a:xfrm>
                <a:off x="6364208" y="2255147"/>
                <a:ext cx="44386" cy="47362"/>
              </a:xfrm>
              <a:custGeom>
                <a:avLst/>
                <a:gdLst/>
                <a:ahLst/>
                <a:cxnLst/>
                <a:rect l="l" t="t" r="r" b="b"/>
                <a:pathLst>
                  <a:path w="2058" h="2196" extrusionOk="0">
                    <a:moveTo>
                      <a:pt x="1136" y="1"/>
                    </a:moveTo>
                    <a:cubicBezTo>
                      <a:pt x="931" y="1"/>
                      <a:pt x="724" y="58"/>
                      <a:pt x="535" y="178"/>
                    </a:cubicBezTo>
                    <a:cubicBezTo>
                      <a:pt x="1" y="508"/>
                      <a:pt x="269" y="939"/>
                      <a:pt x="598" y="1474"/>
                    </a:cubicBezTo>
                    <a:cubicBezTo>
                      <a:pt x="857" y="1855"/>
                      <a:pt x="1079" y="2195"/>
                      <a:pt x="1394" y="2195"/>
                    </a:cubicBezTo>
                    <a:cubicBezTo>
                      <a:pt x="1403" y="2195"/>
                      <a:pt x="1412" y="2195"/>
                      <a:pt x="1421" y="2194"/>
                    </a:cubicBezTo>
                    <a:cubicBezTo>
                      <a:pt x="721" y="1660"/>
                      <a:pt x="557" y="1350"/>
                      <a:pt x="2058" y="486"/>
                    </a:cubicBezTo>
                    <a:cubicBezTo>
                      <a:pt x="1837" y="173"/>
                      <a:pt x="1491" y="1"/>
                      <a:pt x="1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40"/>
              <p:cNvSpPr/>
              <p:nvPr/>
            </p:nvSpPr>
            <p:spPr>
              <a:xfrm>
                <a:off x="5772332" y="2563778"/>
                <a:ext cx="55040" cy="49605"/>
              </a:xfrm>
              <a:custGeom>
                <a:avLst/>
                <a:gdLst/>
                <a:ahLst/>
                <a:cxnLst/>
                <a:rect l="l" t="t" r="r" b="b"/>
                <a:pathLst>
                  <a:path w="2552" h="2300" extrusionOk="0">
                    <a:moveTo>
                      <a:pt x="1217" y="1"/>
                    </a:moveTo>
                    <a:cubicBezTo>
                      <a:pt x="989" y="1"/>
                      <a:pt x="758" y="67"/>
                      <a:pt x="557" y="206"/>
                    </a:cubicBezTo>
                    <a:cubicBezTo>
                      <a:pt x="0" y="557"/>
                      <a:pt x="288" y="1010"/>
                      <a:pt x="659" y="1544"/>
                    </a:cubicBezTo>
                    <a:cubicBezTo>
                      <a:pt x="918" y="1955"/>
                      <a:pt x="1155" y="2300"/>
                      <a:pt x="1486" y="2300"/>
                    </a:cubicBezTo>
                    <a:cubicBezTo>
                      <a:pt x="1602" y="2300"/>
                      <a:pt x="1729" y="2257"/>
                      <a:pt x="1873" y="2162"/>
                    </a:cubicBezTo>
                    <a:cubicBezTo>
                      <a:pt x="2408" y="1791"/>
                      <a:pt x="2551" y="1070"/>
                      <a:pt x="2181" y="516"/>
                    </a:cubicBezTo>
                    <a:cubicBezTo>
                      <a:pt x="1963" y="182"/>
                      <a:pt x="1594" y="1"/>
                      <a:pt x="12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40"/>
              <p:cNvSpPr/>
              <p:nvPr/>
            </p:nvSpPr>
            <p:spPr>
              <a:xfrm>
                <a:off x="5769247" y="2561427"/>
                <a:ext cx="52797" cy="47341"/>
              </a:xfrm>
              <a:custGeom>
                <a:avLst/>
                <a:gdLst/>
                <a:ahLst/>
                <a:cxnLst/>
                <a:rect l="l" t="t" r="r" b="b"/>
                <a:pathLst>
                  <a:path w="2448" h="2195" extrusionOk="0">
                    <a:moveTo>
                      <a:pt x="1157" y="1"/>
                    </a:moveTo>
                    <a:cubicBezTo>
                      <a:pt x="942" y="1"/>
                      <a:pt x="726" y="62"/>
                      <a:pt x="535" y="192"/>
                    </a:cubicBezTo>
                    <a:cubicBezTo>
                      <a:pt x="0" y="543"/>
                      <a:pt x="288" y="954"/>
                      <a:pt x="617" y="1489"/>
                    </a:cubicBezTo>
                    <a:cubicBezTo>
                      <a:pt x="876" y="1870"/>
                      <a:pt x="1113" y="2194"/>
                      <a:pt x="1428" y="2194"/>
                    </a:cubicBezTo>
                    <a:cubicBezTo>
                      <a:pt x="1537" y="2194"/>
                      <a:pt x="1656" y="2155"/>
                      <a:pt x="1789" y="2065"/>
                    </a:cubicBezTo>
                    <a:cubicBezTo>
                      <a:pt x="2304" y="1714"/>
                      <a:pt x="2447" y="1015"/>
                      <a:pt x="2098" y="501"/>
                    </a:cubicBezTo>
                    <a:cubicBezTo>
                      <a:pt x="1878" y="178"/>
                      <a:pt x="1520" y="1"/>
                      <a:pt x="1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0"/>
              <p:cNvSpPr/>
              <p:nvPr/>
            </p:nvSpPr>
            <p:spPr>
              <a:xfrm>
                <a:off x="5769247" y="2561384"/>
                <a:ext cx="44386" cy="47276"/>
              </a:xfrm>
              <a:custGeom>
                <a:avLst/>
                <a:gdLst/>
                <a:ahLst/>
                <a:cxnLst/>
                <a:rect l="l" t="t" r="r" b="b"/>
                <a:pathLst>
                  <a:path w="2058" h="2192" extrusionOk="0">
                    <a:moveTo>
                      <a:pt x="1146" y="1"/>
                    </a:moveTo>
                    <a:cubicBezTo>
                      <a:pt x="934" y="1"/>
                      <a:pt x="722" y="62"/>
                      <a:pt x="535" y="194"/>
                    </a:cubicBezTo>
                    <a:cubicBezTo>
                      <a:pt x="0" y="545"/>
                      <a:pt x="288" y="956"/>
                      <a:pt x="617" y="1491"/>
                    </a:cubicBezTo>
                    <a:cubicBezTo>
                      <a:pt x="876" y="1870"/>
                      <a:pt x="1117" y="2191"/>
                      <a:pt x="1432" y="2191"/>
                    </a:cubicBezTo>
                    <a:cubicBezTo>
                      <a:pt x="1441" y="2191"/>
                      <a:pt x="1450" y="2191"/>
                      <a:pt x="1460" y="2190"/>
                    </a:cubicBezTo>
                    <a:cubicBezTo>
                      <a:pt x="741" y="1675"/>
                      <a:pt x="576" y="1367"/>
                      <a:pt x="2057" y="462"/>
                    </a:cubicBezTo>
                    <a:cubicBezTo>
                      <a:pt x="1839" y="167"/>
                      <a:pt x="1494" y="1"/>
                      <a:pt x="1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40"/>
              <p:cNvSpPr/>
              <p:nvPr/>
            </p:nvSpPr>
            <p:spPr>
              <a:xfrm>
                <a:off x="5660979" y="2623132"/>
                <a:ext cx="54566" cy="49454"/>
              </a:xfrm>
              <a:custGeom>
                <a:avLst/>
                <a:gdLst/>
                <a:ahLst/>
                <a:cxnLst/>
                <a:rect l="l" t="t" r="r" b="b"/>
                <a:pathLst>
                  <a:path w="2530" h="2293" extrusionOk="0">
                    <a:moveTo>
                      <a:pt x="1180" y="0"/>
                    </a:moveTo>
                    <a:cubicBezTo>
                      <a:pt x="957" y="0"/>
                      <a:pt x="732" y="62"/>
                      <a:pt x="535" y="191"/>
                    </a:cubicBezTo>
                    <a:cubicBezTo>
                      <a:pt x="0" y="562"/>
                      <a:pt x="267" y="1014"/>
                      <a:pt x="637" y="1549"/>
                    </a:cubicBezTo>
                    <a:cubicBezTo>
                      <a:pt x="900" y="1950"/>
                      <a:pt x="1139" y="2292"/>
                      <a:pt x="1476" y="2292"/>
                    </a:cubicBezTo>
                    <a:cubicBezTo>
                      <a:pt x="1588" y="2292"/>
                      <a:pt x="1712" y="2254"/>
                      <a:pt x="1852" y="2166"/>
                    </a:cubicBezTo>
                    <a:cubicBezTo>
                      <a:pt x="2387" y="1796"/>
                      <a:pt x="2530" y="1055"/>
                      <a:pt x="2160" y="520"/>
                    </a:cubicBezTo>
                    <a:cubicBezTo>
                      <a:pt x="1939" y="183"/>
                      <a:pt x="1563" y="0"/>
                      <a:pt x="11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40"/>
              <p:cNvSpPr/>
              <p:nvPr/>
            </p:nvSpPr>
            <p:spPr>
              <a:xfrm>
                <a:off x="5657851" y="2620436"/>
                <a:ext cx="52387" cy="47535"/>
              </a:xfrm>
              <a:custGeom>
                <a:avLst/>
                <a:gdLst/>
                <a:ahLst/>
                <a:cxnLst/>
                <a:rect l="l" t="t" r="r" b="b"/>
                <a:pathLst>
                  <a:path w="2429" h="2204" extrusionOk="0">
                    <a:moveTo>
                      <a:pt x="1138" y="1"/>
                    </a:moveTo>
                    <a:cubicBezTo>
                      <a:pt x="923" y="1"/>
                      <a:pt x="706" y="63"/>
                      <a:pt x="516" y="193"/>
                    </a:cubicBezTo>
                    <a:cubicBezTo>
                      <a:pt x="1" y="542"/>
                      <a:pt x="269" y="975"/>
                      <a:pt x="598" y="1488"/>
                    </a:cubicBezTo>
                    <a:cubicBezTo>
                      <a:pt x="860" y="1875"/>
                      <a:pt x="1100" y="2203"/>
                      <a:pt x="1421" y="2203"/>
                    </a:cubicBezTo>
                    <a:cubicBezTo>
                      <a:pt x="1527" y="2203"/>
                      <a:pt x="1642" y="2167"/>
                      <a:pt x="1770" y="2086"/>
                    </a:cubicBezTo>
                    <a:cubicBezTo>
                      <a:pt x="2285" y="1735"/>
                      <a:pt x="2428" y="1036"/>
                      <a:pt x="2079" y="501"/>
                    </a:cubicBezTo>
                    <a:cubicBezTo>
                      <a:pt x="1859" y="178"/>
                      <a:pt x="1501" y="1"/>
                      <a:pt x="11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0"/>
              <p:cNvSpPr/>
              <p:nvPr/>
            </p:nvSpPr>
            <p:spPr>
              <a:xfrm>
                <a:off x="5657851" y="2620608"/>
                <a:ext cx="43976" cy="47103"/>
              </a:xfrm>
              <a:custGeom>
                <a:avLst/>
                <a:gdLst/>
                <a:ahLst/>
                <a:cxnLst/>
                <a:rect l="l" t="t" r="r" b="b"/>
                <a:pathLst>
                  <a:path w="2039" h="2184" extrusionOk="0">
                    <a:moveTo>
                      <a:pt x="1131" y="0"/>
                    </a:moveTo>
                    <a:cubicBezTo>
                      <a:pt x="918" y="0"/>
                      <a:pt x="703" y="60"/>
                      <a:pt x="516" y="185"/>
                    </a:cubicBezTo>
                    <a:cubicBezTo>
                      <a:pt x="1" y="534"/>
                      <a:pt x="269" y="967"/>
                      <a:pt x="598" y="1480"/>
                    </a:cubicBezTo>
                    <a:cubicBezTo>
                      <a:pt x="870" y="1868"/>
                      <a:pt x="1086" y="2183"/>
                      <a:pt x="1386" y="2183"/>
                    </a:cubicBezTo>
                    <a:cubicBezTo>
                      <a:pt x="1404" y="2183"/>
                      <a:pt x="1422" y="2182"/>
                      <a:pt x="1441" y="2180"/>
                    </a:cubicBezTo>
                    <a:cubicBezTo>
                      <a:pt x="721" y="1686"/>
                      <a:pt x="557" y="1378"/>
                      <a:pt x="2038" y="452"/>
                    </a:cubicBezTo>
                    <a:cubicBezTo>
                      <a:pt x="1821" y="159"/>
                      <a:pt x="1478" y="0"/>
                      <a:pt x="11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40"/>
              <p:cNvSpPr/>
              <p:nvPr/>
            </p:nvSpPr>
            <p:spPr>
              <a:xfrm>
                <a:off x="5533191" y="2692795"/>
                <a:ext cx="55040" cy="49433"/>
              </a:xfrm>
              <a:custGeom>
                <a:avLst/>
                <a:gdLst/>
                <a:ahLst/>
                <a:cxnLst/>
                <a:rect l="l" t="t" r="r" b="b"/>
                <a:pathLst>
                  <a:path w="2552" h="2292" extrusionOk="0">
                    <a:moveTo>
                      <a:pt x="1190" y="0"/>
                    </a:moveTo>
                    <a:cubicBezTo>
                      <a:pt x="967" y="0"/>
                      <a:pt x="740" y="62"/>
                      <a:pt x="536" y="190"/>
                    </a:cubicBezTo>
                    <a:cubicBezTo>
                      <a:pt x="1" y="561"/>
                      <a:pt x="289" y="1013"/>
                      <a:pt x="638" y="1548"/>
                    </a:cubicBezTo>
                    <a:cubicBezTo>
                      <a:pt x="915" y="1949"/>
                      <a:pt x="1158" y="2292"/>
                      <a:pt x="1487" y="2292"/>
                    </a:cubicBezTo>
                    <a:cubicBezTo>
                      <a:pt x="1598" y="2292"/>
                      <a:pt x="1718" y="2253"/>
                      <a:pt x="1852" y="2165"/>
                    </a:cubicBezTo>
                    <a:cubicBezTo>
                      <a:pt x="2407" y="1795"/>
                      <a:pt x="2552" y="1054"/>
                      <a:pt x="2181" y="520"/>
                    </a:cubicBezTo>
                    <a:cubicBezTo>
                      <a:pt x="1947" y="182"/>
                      <a:pt x="1574" y="0"/>
                      <a:pt x="11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40"/>
              <p:cNvSpPr/>
              <p:nvPr/>
            </p:nvSpPr>
            <p:spPr>
              <a:xfrm>
                <a:off x="5530064" y="2690099"/>
                <a:ext cx="52387" cy="47341"/>
              </a:xfrm>
              <a:custGeom>
                <a:avLst/>
                <a:gdLst/>
                <a:ahLst/>
                <a:cxnLst/>
                <a:rect l="l" t="t" r="r" b="b"/>
                <a:pathLst>
                  <a:path w="2429" h="2195" extrusionOk="0">
                    <a:moveTo>
                      <a:pt x="1154" y="1"/>
                    </a:moveTo>
                    <a:cubicBezTo>
                      <a:pt x="936" y="1"/>
                      <a:pt x="715" y="62"/>
                      <a:pt x="516" y="192"/>
                    </a:cubicBezTo>
                    <a:cubicBezTo>
                      <a:pt x="1" y="542"/>
                      <a:pt x="269" y="974"/>
                      <a:pt x="618" y="1489"/>
                    </a:cubicBezTo>
                    <a:cubicBezTo>
                      <a:pt x="878" y="1870"/>
                      <a:pt x="1104" y="2194"/>
                      <a:pt x="1412" y="2194"/>
                    </a:cubicBezTo>
                    <a:cubicBezTo>
                      <a:pt x="1520" y="2194"/>
                      <a:pt x="1637" y="2155"/>
                      <a:pt x="1770" y="2065"/>
                    </a:cubicBezTo>
                    <a:cubicBezTo>
                      <a:pt x="2305" y="1714"/>
                      <a:pt x="2428" y="1015"/>
                      <a:pt x="2099" y="501"/>
                    </a:cubicBezTo>
                    <a:cubicBezTo>
                      <a:pt x="1880" y="177"/>
                      <a:pt x="1522" y="1"/>
                      <a:pt x="1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0"/>
              <p:cNvSpPr/>
              <p:nvPr/>
            </p:nvSpPr>
            <p:spPr>
              <a:xfrm>
                <a:off x="5530064" y="2690250"/>
                <a:ext cx="44407" cy="47082"/>
              </a:xfrm>
              <a:custGeom>
                <a:avLst/>
                <a:gdLst/>
                <a:ahLst/>
                <a:cxnLst/>
                <a:rect l="l" t="t" r="r" b="b"/>
                <a:pathLst>
                  <a:path w="2059" h="2183" extrusionOk="0">
                    <a:moveTo>
                      <a:pt x="1140" y="0"/>
                    </a:moveTo>
                    <a:cubicBezTo>
                      <a:pt x="927" y="0"/>
                      <a:pt x="711" y="60"/>
                      <a:pt x="516" y="185"/>
                    </a:cubicBezTo>
                    <a:cubicBezTo>
                      <a:pt x="1" y="535"/>
                      <a:pt x="269" y="967"/>
                      <a:pt x="618" y="1482"/>
                    </a:cubicBezTo>
                    <a:cubicBezTo>
                      <a:pt x="878" y="1881"/>
                      <a:pt x="1118" y="2182"/>
                      <a:pt x="1432" y="2182"/>
                    </a:cubicBezTo>
                    <a:cubicBezTo>
                      <a:pt x="1442" y="2182"/>
                      <a:pt x="1452" y="2182"/>
                      <a:pt x="1462" y="2181"/>
                    </a:cubicBezTo>
                    <a:cubicBezTo>
                      <a:pt x="741" y="1666"/>
                      <a:pt x="577" y="1378"/>
                      <a:pt x="2058" y="453"/>
                    </a:cubicBezTo>
                    <a:cubicBezTo>
                      <a:pt x="1828" y="159"/>
                      <a:pt x="1488" y="0"/>
                      <a:pt x="11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40"/>
              <p:cNvSpPr/>
              <p:nvPr/>
            </p:nvSpPr>
            <p:spPr>
              <a:xfrm>
                <a:off x="5880169" y="2508220"/>
                <a:ext cx="54566" cy="49433"/>
              </a:xfrm>
              <a:custGeom>
                <a:avLst/>
                <a:gdLst/>
                <a:ahLst/>
                <a:cxnLst/>
                <a:rect l="l" t="t" r="r" b="b"/>
                <a:pathLst>
                  <a:path w="2530" h="2292" extrusionOk="0">
                    <a:moveTo>
                      <a:pt x="1181" y="0"/>
                    </a:moveTo>
                    <a:cubicBezTo>
                      <a:pt x="957" y="0"/>
                      <a:pt x="732" y="62"/>
                      <a:pt x="535" y="190"/>
                    </a:cubicBezTo>
                    <a:cubicBezTo>
                      <a:pt x="0" y="561"/>
                      <a:pt x="267" y="1013"/>
                      <a:pt x="637" y="1548"/>
                    </a:cubicBezTo>
                    <a:cubicBezTo>
                      <a:pt x="914" y="1949"/>
                      <a:pt x="1157" y="2292"/>
                      <a:pt x="1487" y="2292"/>
                    </a:cubicBezTo>
                    <a:cubicBezTo>
                      <a:pt x="1597" y="2292"/>
                      <a:pt x="1717" y="2253"/>
                      <a:pt x="1852" y="2165"/>
                    </a:cubicBezTo>
                    <a:cubicBezTo>
                      <a:pt x="2387" y="1795"/>
                      <a:pt x="2530" y="1054"/>
                      <a:pt x="2181" y="519"/>
                    </a:cubicBezTo>
                    <a:cubicBezTo>
                      <a:pt x="1947" y="182"/>
                      <a:pt x="1565" y="0"/>
                      <a:pt x="11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40"/>
              <p:cNvSpPr/>
              <p:nvPr/>
            </p:nvSpPr>
            <p:spPr>
              <a:xfrm>
                <a:off x="5877042" y="2505718"/>
                <a:ext cx="52366" cy="47319"/>
              </a:xfrm>
              <a:custGeom>
                <a:avLst/>
                <a:gdLst/>
                <a:ahLst/>
                <a:cxnLst/>
                <a:rect l="l" t="t" r="r" b="b"/>
                <a:pathLst>
                  <a:path w="2428" h="2194" extrusionOk="0">
                    <a:moveTo>
                      <a:pt x="1140" y="0"/>
                    </a:moveTo>
                    <a:cubicBezTo>
                      <a:pt x="924" y="0"/>
                      <a:pt x="707" y="60"/>
                      <a:pt x="515" y="183"/>
                    </a:cubicBezTo>
                    <a:cubicBezTo>
                      <a:pt x="0" y="533"/>
                      <a:pt x="269" y="965"/>
                      <a:pt x="617" y="1480"/>
                    </a:cubicBezTo>
                    <a:cubicBezTo>
                      <a:pt x="881" y="1865"/>
                      <a:pt x="1109" y="2193"/>
                      <a:pt x="1424" y="2193"/>
                    </a:cubicBezTo>
                    <a:cubicBezTo>
                      <a:pt x="1528" y="2193"/>
                      <a:pt x="1642" y="2157"/>
                      <a:pt x="1770" y="2076"/>
                    </a:cubicBezTo>
                    <a:cubicBezTo>
                      <a:pt x="2285" y="1727"/>
                      <a:pt x="2428" y="1027"/>
                      <a:pt x="2079" y="492"/>
                    </a:cubicBezTo>
                    <a:cubicBezTo>
                      <a:pt x="1859" y="169"/>
                      <a:pt x="1502" y="0"/>
                      <a:pt x="11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0"/>
              <p:cNvSpPr/>
              <p:nvPr/>
            </p:nvSpPr>
            <p:spPr>
              <a:xfrm>
                <a:off x="5877042" y="2505697"/>
                <a:ext cx="43955" cy="47103"/>
              </a:xfrm>
              <a:custGeom>
                <a:avLst/>
                <a:gdLst/>
                <a:ahLst/>
                <a:cxnLst/>
                <a:rect l="l" t="t" r="r" b="b"/>
                <a:pathLst>
                  <a:path w="2038" h="2184" extrusionOk="0">
                    <a:moveTo>
                      <a:pt x="1124" y="0"/>
                    </a:moveTo>
                    <a:cubicBezTo>
                      <a:pt x="913" y="0"/>
                      <a:pt x="701" y="60"/>
                      <a:pt x="515" y="184"/>
                    </a:cubicBezTo>
                    <a:cubicBezTo>
                      <a:pt x="0" y="534"/>
                      <a:pt x="269" y="966"/>
                      <a:pt x="617" y="1481"/>
                    </a:cubicBezTo>
                    <a:cubicBezTo>
                      <a:pt x="870" y="1869"/>
                      <a:pt x="1085" y="2184"/>
                      <a:pt x="1403" y="2184"/>
                    </a:cubicBezTo>
                    <a:cubicBezTo>
                      <a:pt x="1422" y="2184"/>
                      <a:pt x="1442" y="2183"/>
                      <a:pt x="1462" y="2180"/>
                    </a:cubicBezTo>
                    <a:cubicBezTo>
                      <a:pt x="741" y="1686"/>
                      <a:pt x="557" y="1377"/>
                      <a:pt x="2038" y="472"/>
                    </a:cubicBezTo>
                    <a:cubicBezTo>
                      <a:pt x="1819" y="164"/>
                      <a:pt x="1473" y="0"/>
                      <a:pt x="11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40"/>
              <p:cNvSpPr/>
              <p:nvPr/>
            </p:nvSpPr>
            <p:spPr>
              <a:xfrm>
                <a:off x="7394035" y="1958486"/>
                <a:ext cx="52797" cy="50188"/>
              </a:xfrm>
              <a:custGeom>
                <a:avLst/>
                <a:gdLst/>
                <a:ahLst/>
                <a:cxnLst/>
                <a:rect l="l" t="t" r="r" b="b"/>
                <a:pathLst>
                  <a:path w="2448" h="2327" extrusionOk="0">
                    <a:moveTo>
                      <a:pt x="1100" y="1"/>
                    </a:moveTo>
                    <a:cubicBezTo>
                      <a:pt x="931" y="1"/>
                      <a:pt x="760" y="35"/>
                      <a:pt x="596" y="109"/>
                    </a:cubicBezTo>
                    <a:cubicBezTo>
                      <a:pt x="1" y="397"/>
                      <a:pt x="226" y="869"/>
                      <a:pt x="514" y="1467"/>
                    </a:cubicBezTo>
                    <a:cubicBezTo>
                      <a:pt x="728" y="1942"/>
                      <a:pt x="929" y="2327"/>
                      <a:pt x="1304" y="2327"/>
                    </a:cubicBezTo>
                    <a:cubicBezTo>
                      <a:pt x="1399" y="2327"/>
                      <a:pt x="1505" y="2302"/>
                      <a:pt x="1625" y="2248"/>
                    </a:cubicBezTo>
                    <a:cubicBezTo>
                      <a:pt x="2201" y="1960"/>
                      <a:pt x="2448" y="1261"/>
                      <a:pt x="2181" y="663"/>
                    </a:cubicBezTo>
                    <a:cubicBezTo>
                      <a:pt x="1972" y="245"/>
                      <a:pt x="1546" y="1"/>
                      <a:pt x="1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40"/>
              <p:cNvSpPr/>
              <p:nvPr/>
            </p:nvSpPr>
            <p:spPr>
              <a:xfrm>
                <a:off x="7396235" y="1965064"/>
                <a:ext cx="50597" cy="48052"/>
              </a:xfrm>
              <a:custGeom>
                <a:avLst/>
                <a:gdLst/>
                <a:ahLst/>
                <a:cxnLst/>
                <a:rect l="l" t="t" r="r" b="b"/>
                <a:pathLst>
                  <a:path w="2346" h="2228" extrusionOk="0">
                    <a:moveTo>
                      <a:pt x="1054" y="0"/>
                    </a:moveTo>
                    <a:cubicBezTo>
                      <a:pt x="889" y="0"/>
                      <a:pt x="720" y="36"/>
                      <a:pt x="557" y="112"/>
                    </a:cubicBezTo>
                    <a:cubicBezTo>
                      <a:pt x="1" y="380"/>
                      <a:pt x="206" y="832"/>
                      <a:pt x="475" y="1408"/>
                    </a:cubicBezTo>
                    <a:cubicBezTo>
                      <a:pt x="687" y="1851"/>
                      <a:pt x="875" y="2228"/>
                      <a:pt x="1233" y="2228"/>
                    </a:cubicBezTo>
                    <a:cubicBezTo>
                      <a:pt x="1325" y="2228"/>
                      <a:pt x="1427" y="2203"/>
                      <a:pt x="1544" y="2149"/>
                    </a:cubicBezTo>
                    <a:cubicBezTo>
                      <a:pt x="2099" y="1881"/>
                      <a:pt x="2346" y="1203"/>
                      <a:pt x="2058" y="646"/>
                    </a:cubicBezTo>
                    <a:cubicBezTo>
                      <a:pt x="1867" y="233"/>
                      <a:pt x="1473" y="0"/>
                      <a:pt x="1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0"/>
              <p:cNvSpPr/>
              <p:nvPr/>
            </p:nvSpPr>
            <p:spPr>
              <a:xfrm>
                <a:off x="7398478" y="1971901"/>
                <a:ext cx="47470" cy="41215"/>
              </a:xfrm>
              <a:custGeom>
                <a:avLst/>
                <a:gdLst/>
                <a:ahLst/>
                <a:cxnLst/>
                <a:rect l="l" t="t" r="r" b="b"/>
                <a:pathLst>
                  <a:path w="2201" h="1911" extrusionOk="0">
                    <a:moveTo>
                      <a:pt x="185" y="0"/>
                    </a:moveTo>
                    <a:lnTo>
                      <a:pt x="185" y="0"/>
                    </a:lnTo>
                    <a:cubicBezTo>
                      <a:pt x="0" y="269"/>
                      <a:pt x="165" y="659"/>
                      <a:pt x="371" y="1091"/>
                    </a:cubicBezTo>
                    <a:cubicBezTo>
                      <a:pt x="583" y="1534"/>
                      <a:pt x="771" y="1911"/>
                      <a:pt x="1129" y="1911"/>
                    </a:cubicBezTo>
                    <a:cubicBezTo>
                      <a:pt x="1221" y="1911"/>
                      <a:pt x="1323" y="1886"/>
                      <a:pt x="1440" y="1832"/>
                    </a:cubicBezTo>
                    <a:cubicBezTo>
                      <a:pt x="1975" y="1564"/>
                      <a:pt x="2201" y="927"/>
                      <a:pt x="1975" y="371"/>
                    </a:cubicBezTo>
                    <a:lnTo>
                      <a:pt x="1975" y="371"/>
                    </a:lnTo>
                    <a:cubicBezTo>
                      <a:pt x="1352" y="703"/>
                      <a:pt x="953" y="851"/>
                      <a:pt x="694" y="851"/>
                    </a:cubicBezTo>
                    <a:cubicBezTo>
                      <a:pt x="312" y="851"/>
                      <a:pt x="234" y="528"/>
                      <a:pt x="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40"/>
              <p:cNvSpPr/>
              <p:nvPr/>
            </p:nvSpPr>
            <p:spPr>
              <a:xfrm>
                <a:off x="7286198" y="2024590"/>
                <a:ext cx="52840" cy="50188"/>
              </a:xfrm>
              <a:custGeom>
                <a:avLst/>
                <a:gdLst/>
                <a:ahLst/>
                <a:cxnLst/>
                <a:rect l="l" t="t" r="r" b="b"/>
                <a:pathLst>
                  <a:path w="2450" h="2327" extrusionOk="0">
                    <a:moveTo>
                      <a:pt x="1090" y="1"/>
                    </a:moveTo>
                    <a:cubicBezTo>
                      <a:pt x="923" y="1"/>
                      <a:pt x="755" y="36"/>
                      <a:pt x="598" y="108"/>
                    </a:cubicBezTo>
                    <a:cubicBezTo>
                      <a:pt x="1" y="396"/>
                      <a:pt x="228" y="870"/>
                      <a:pt x="494" y="1466"/>
                    </a:cubicBezTo>
                    <a:cubicBezTo>
                      <a:pt x="724" y="1943"/>
                      <a:pt x="928" y="2327"/>
                      <a:pt x="1293" y="2327"/>
                    </a:cubicBezTo>
                    <a:cubicBezTo>
                      <a:pt x="1386" y="2327"/>
                      <a:pt x="1489" y="2302"/>
                      <a:pt x="1605" y="2248"/>
                    </a:cubicBezTo>
                    <a:cubicBezTo>
                      <a:pt x="2203" y="1960"/>
                      <a:pt x="2450" y="1260"/>
                      <a:pt x="2162" y="665"/>
                    </a:cubicBezTo>
                    <a:cubicBezTo>
                      <a:pt x="1967" y="246"/>
                      <a:pt x="1533" y="1"/>
                      <a:pt x="10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40"/>
              <p:cNvSpPr/>
              <p:nvPr/>
            </p:nvSpPr>
            <p:spPr>
              <a:xfrm>
                <a:off x="7288441" y="2031169"/>
                <a:ext cx="50144" cy="48052"/>
              </a:xfrm>
              <a:custGeom>
                <a:avLst/>
                <a:gdLst/>
                <a:ahLst/>
                <a:cxnLst/>
                <a:rect l="l" t="t" r="r" b="b"/>
                <a:pathLst>
                  <a:path w="2325" h="2228" extrusionOk="0">
                    <a:moveTo>
                      <a:pt x="1044" y="1"/>
                    </a:moveTo>
                    <a:cubicBezTo>
                      <a:pt x="879" y="1"/>
                      <a:pt x="712" y="37"/>
                      <a:pt x="555" y="113"/>
                    </a:cubicBezTo>
                    <a:cubicBezTo>
                      <a:pt x="0" y="379"/>
                      <a:pt x="206" y="832"/>
                      <a:pt x="473" y="1408"/>
                    </a:cubicBezTo>
                    <a:cubicBezTo>
                      <a:pt x="686" y="1851"/>
                      <a:pt x="873" y="2228"/>
                      <a:pt x="1231" y="2228"/>
                    </a:cubicBezTo>
                    <a:cubicBezTo>
                      <a:pt x="1322" y="2228"/>
                      <a:pt x="1425" y="2203"/>
                      <a:pt x="1543" y="2149"/>
                    </a:cubicBezTo>
                    <a:cubicBezTo>
                      <a:pt x="2099" y="1882"/>
                      <a:pt x="2324" y="1202"/>
                      <a:pt x="2058" y="648"/>
                    </a:cubicBezTo>
                    <a:cubicBezTo>
                      <a:pt x="1865" y="234"/>
                      <a:pt x="1462"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0"/>
              <p:cNvSpPr/>
              <p:nvPr/>
            </p:nvSpPr>
            <p:spPr>
              <a:xfrm>
                <a:off x="7290640" y="2038027"/>
                <a:ext cx="47513" cy="41194"/>
              </a:xfrm>
              <a:custGeom>
                <a:avLst/>
                <a:gdLst/>
                <a:ahLst/>
                <a:cxnLst/>
                <a:rect l="l" t="t" r="r" b="b"/>
                <a:pathLst>
                  <a:path w="2203" h="1910" extrusionOk="0">
                    <a:moveTo>
                      <a:pt x="186" y="0"/>
                    </a:moveTo>
                    <a:cubicBezTo>
                      <a:pt x="0" y="267"/>
                      <a:pt x="165" y="659"/>
                      <a:pt x="371" y="1090"/>
                    </a:cubicBezTo>
                    <a:cubicBezTo>
                      <a:pt x="584" y="1533"/>
                      <a:pt x="771" y="1910"/>
                      <a:pt x="1129" y="1910"/>
                    </a:cubicBezTo>
                    <a:cubicBezTo>
                      <a:pt x="1220" y="1910"/>
                      <a:pt x="1323" y="1885"/>
                      <a:pt x="1441" y="1831"/>
                    </a:cubicBezTo>
                    <a:cubicBezTo>
                      <a:pt x="1975" y="1564"/>
                      <a:pt x="2203" y="925"/>
                      <a:pt x="1975" y="371"/>
                    </a:cubicBezTo>
                    <a:lnTo>
                      <a:pt x="1975" y="371"/>
                    </a:lnTo>
                    <a:cubicBezTo>
                      <a:pt x="1353" y="703"/>
                      <a:pt x="955" y="850"/>
                      <a:pt x="696" y="850"/>
                    </a:cubicBezTo>
                    <a:cubicBezTo>
                      <a:pt x="314" y="850"/>
                      <a:pt x="236" y="528"/>
                      <a:pt x="1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40"/>
              <p:cNvSpPr/>
              <p:nvPr/>
            </p:nvSpPr>
            <p:spPr>
              <a:xfrm>
                <a:off x="7161537" y="2098869"/>
                <a:ext cx="52819" cy="50403"/>
              </a:xfrm>
              <a:custGeom>
                <a:avLst/>
                <a:gdLst/>
                <a:ahLst/>
                <a:cxnLst/>
                <a:rect l="l" t="t" r="r" b="b"/>
                <a:pathLst>
                  <a:path w="2449" h="2337" extrusionOk="0">
                    <a:moveTo>
                      <a:pt x="1107" y="0"/>
                    </a:moveTo>
                    <a:cubicBezTo>
                      <a:pt x="934" y="0"/>
                      <a:pt x="760" y="39"/>
                      <a:pt x="597" y="120"/>
                    </a:cubicBezTo>
                    <a:cubicBezTo>
                      <a:pt x="1" y="408"/>
                      <a:pt x="226" y="882"/>
                      <a:pt x="494" y="1478"/>
                    </a:cubicBezTo>
                    <a:cubicBezTo>
                      <a:pt x="726" y="1940"/>
                      <a:pt x="930" y="2337"/>
                      <a:pt x="1300" y="2337"/>
                    </a:cubicBezTo>
                    <a:cubicBezTo>
                      <a:pt x="1391" y="2337"/>
                      <a:pt x="1492" y="2313"/>
                      <a:pt x="1605" y="2260"/>
                    </a:cubicBezTo>
                    <a:cubicBezTo>
                      <a:pt x="2201" y="1972"/>
                      <a:pt x="2448" y="1272"/>
                      <a:pt x="2160" y="677"/>
                    </a:cubicBezTo>
                    <a:cubicBezTo>
                      <a:pt x="1969" y="248"/>
                      <a:pt x="1544" y="0"/>
                      <a:pt x="11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40"/>
              <p:cNvSpPr/>
              <p:nvPr/>
            </p:nvSpPr>
            <p:spPr>
              <a:xfrm>
                <a:off x="7163737" y="2105512"/>
                <a:ext cx="50188" cy="48246"/>
              </a:xfrm>
              <a:custGeom>
                <a:avLst/>
                <a:gdLst/>
                <a:ahLst/>
                <a:cxnLst/>
                <a:rect l="l" t="t" r="r" b="b"/>
                <a:pathLst>
                  <a:path w="2327" h="2237" extrusionOk="0">
                    <a:moveTo>
                      <a:pt x="1052" y="1"/>
                    </a:moveTo>
                    <a:cubicBezTo>
                      <a:pt x="885" y="1"/>
                      <a:pt x="716" y="39"/>
                      <a:pt x="557" y="122"/>
                    </a:cubicBezTo>
                    <a:cubicBezTo>
                      <a:pt x="1" y="388"/>
                      <a:pt x="207" y="841"/>
                      <a:pt x="475" y="1397"/>
                    </a:cubicBezTo>
                    <a:cubicBezTo>
                      <a:pt x="687" y="1856"/>
                      <a:pt x="875" y="2237"/>
                      <a:pt x="1223" y="2237"/>
                    </a:cubicBezTo>
                    <a:cubicBezTo>
                      <a:pt x="1311" y="2237"/>
                      <a:pt x="1410" y="2212"/>
                      <a:pt x="1523" y="2158"/>
                    </a:cubicBezTo>
                    <a:cubicBezTo>
                      <a:pt x="2099" y="1870"/>
                      <a:pt x="2326" y="1211"/>
                      <a:pt x="2058" y="635"/>
                    </a:cubicBezTo>
                    <a:cubicBezTo>
                      <a:pt x="1868" y="240"/>
                      <a:pt x="1467" y="1"/>
                      <a:pt x="10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0"/>
              <p:cNvSpPr/>
              <p:nvPr/>
            </p:nvSpPr>
            <p:spPr>
              <a:xfrm>
                <a:off x="7165980" y="2112564"/>
                <a:ext cx="47470" cy="41194"/>
              </a:xfrm>
              <a:custGeom>
                <a:avLst/>
                <a:gdLst/>
                <a:ahLst/>
                <a:cxnLst/>
                <a:rect l="l" t="t" r="r" b="b"/>
                <a:pathLst>
                  <a:path w="2201" h="1910" extrusionOk="0">
                    <a:moveTo>
                      <a:pt x="185" y="1"/>
                    </a:moveTo>
                    <a:cubicBezTo>
                      <a:pt x="0" y="267"/>
                      <a:pt x="165" y="637"/>
                      <a:pt x="371" y="1070"/>
                    </a:cubicBezTo>
                    <a:cubicBezTo>
                      <a:pt x="583" y="1529"/>
                      <a:pt x="771" y="1910"/>
                      <a:pt x="1119" y="1910"/>
                    </a:cubicBezTo>
                    <a:cubicBezTo>
                      <a:pt x="1207" y="1910"/>
                      <a:pt x="1306" y="1885"/>
                      <a:pt x="1419" y="1831"/>
                    </a:cubicBezTo>
                    <a:cubicBezTo>
                      <a:pt x="1975" y="1564"/>
                      <a:pt x="2201" y="925"/>
                      <a:pt x="1975" y="371"/>
                    </a:cubicBezTo>
                    <a:lnTo>
                      <a:pt x="1975" y="371"/>
                    </a:lnTo>
                    <a:cubicBezTo>
                      <a:pt x="1350" y="695"/>
                      <a:pt x="951" y="841"/>
                      <a:pt x="692" y="841"/>
                    </a:cubicBezTo>
                    <a:cubicBezTo>
                      <a:pt x="312" y="841"/>
                      <a:pt x="234" y="526"/>
                      <a:pt x="1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40"/>
              <p:cNvSpPr/>
              <p:nvPr/>
            </p:nvSpPr>
            <p:spPr>
              <a:xfrm>
                <a:off x="7496977" y="1894150"/>
                <a:ext cx="52366" cy="50188"/>
              </a:xfrm>
              <a:custGeom>
                <a:avLst/>
                <a:gdLst/>
                <a:ahLst/>
                <a:cxnLst/>
                <a:rect l="l" t="t" r="r" b="b"/>
                <a:pathLst>
                  <a:path w="2428" h="2327" extrusionOk="0">
                    <a:moveTo>
                      <a:pt x="1077" y="1"/>
                    </a:moveTo>
                    <a:cubicBezTo>
                      <a:pt x="909" y="1"/>
                      <a:pt x="739" y="35"/>
                      <a:pt x="576" y="108"/>
                    </a:cubicBezTo>
                    <a:cubicBezTo>
                      <a:pt x="0" y="396"/>
                      <a:pt x="206" y="870"/>
                      <a:pt x="494" y="1466"/>
                    </a:cubicBezTo>
                    <a:cubicBezTo>
                      <a:pt x="707" y="1942"/>
                      <a:pt x="907" y="2327"/>
                      <a:pt x="1282" y="2327"/>
                    </a:cubicBezTo>
                    <a:cubicBezTo>
                      <a:pt x="1377" y="2327"/>
                      <a:pt x="1484" y="2302"/>
                      <a:pt x="1605" y="2248"/>
                    </a:cubicBezTo>
                    <a:cubicBezTo>
                      <a:pt x="2181" y="1960"/>
                      <a:pt x="2428" y="1260"/>
                      <a:pt x="2160" y="664"/>
                    </a:cubicBezTo>
                    <a:cubicBezTo>
                      <a:pt x="1950" y="246"/>
                      <a:pt x="1523" y="1"/>
                      <a:pt x="10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40"/>
              <p:cNvSpPr/>
              <p:nvPr/>
            </p:nvSpPr>
            <p:spPr>
              <a:xfrm>
                <a:off x="7498745" y="1900728"/>
                <a:ext cx="50597" cy="48052"/>
              </a:xfrm>
              <a:custGeom>
                <a:avLst/>
                <a:gdLst/>
                <a:ahLst/>
                <a:cxnLst/>
                <a:rect l="l" t="t" r="r" b="b"/>
                <a:pathLst>
                  <a:path w="2346" h="2228" extrusionOk="0">
                    <a:moveTo>
                      <a:pt x="1053" y="0"/>
                    </a:moveTo>
                    <a:cubicBezTo>
                      <a:pt x="887" y="0"/>
                      <a:pt x="718" y="37"/>
                      <a:pt x="555" y="112"/>
                    </a:cubicBezTo>
                    <a:cubicBezTo>
                      <a:pt x="1" y="379"/>
                      <a:pt x="206" y="832"/>
                      <a:pt x="473" y="1408"/>
                    </a:cubicBezTo>
                    <a:cubicBezTo>
                      <a:pt x="687" y="1851"/>
                      <a:pt x="873" y="2228"/>
                      <a:pt x="1231" y="2228"/>
                    </a:cubicBezTo>
                    <a:cubicBezTo>
                      <a:pt x="1322" y="2228"/>
                      <a:pt x="1425" y="2203"/>
                      <a:pt x="1543" y="2148"/>
                    </a:cubicBezTo>
                    <a:cubicBezTo>
                      <a:pt x="2099" y="1882"/>
                      <a:pt x="2346" y="1202"/>
                      <a:pt x="2078" y="647"/>
                    </a:cubicBezTo>
                    <a:cubicBezTo>
                      <a:pt x="1871" y="234"/>
                      <a:pt x="1474" y="0"/>
                      <a:pt x="1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0"/>
              <p:cNvSpPr/>
              <p:nvPr/>
            </p:nvSpPr>
            <p:spPr>
              <a:xfrm>
                <a:off x="7500945" y="1907587"/>
                <a:ext cx="47513" cy="41194"/>
              </a:xfrm>
              <a:custGeom>
                <a:avLst/>
                <a:gdLst/>
                <a:ahLst/>
                <a:cxnLst/>
                <a:rect l="l" t="t" r="r" b="b"/>
                <a:pathLst>
                  <a:path w="2203" h="1910" extrusionOk="0">
                    <a:moveTo>
                      <a:pt x="206" y="0"/>
                    </a:moveTo>
                    <a:lnTo>
                      <a:pt x="206" y="0"/>
                    </a:lnTo>
                    <a:cubicBezTo>
                      <a:pt x="1" y="267"/>
                      <a:pt x="165" y="659"/>
                      <a:pt x="371" y="1090"/>
                    </a:cubicBezTo>
                    <a:cubicBezTo>
                      <a:pt x="585" y="1533"/>
                      <a:pt x="771" y="1910"/>
                      <a:pt x="1129" y="1910"/>
                    </a:cubicBezTo>
                    <a:cubicBezTo>
                      <a:pt x="1220" y="1910"/>
                      <a:pt x="1323" y="1885"/>
                      <a:pt x="1441" y="1830"/>
                    </a:cubicBezTo>
                    <a:cubicBezTo>
                      <a:pt x="1976" y="1564"/>
                      <a:pt x="2203" y="925"/>
                      <a:pt x="1976" y="370"/>
                    </a:cubicBezTo>
                    <a:lnTo>
                      <a:pt x="1976" y="370"/>
                    </a:lnTo>
                    <a:cubicBezTo>
                      <a:pt x="1353" y="703"/>
                      <a:pt x="955" y="850"/>
                      <a:pt x="698" y="850"/>
                    </a:cubicBezTo>
                    <a:cubicBezTo>
                      <a:pt x="317" y="850"/>
                      <a:pt x="244" y="52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40"/>
              <p:cNvSpPr/>
              <p:nvPr/>
            </p:nvSpPr>
            <p:spPr>
              <a:xfrm>
                <a:off x="6922828" y="2236319"/>
                <a:ext cx="51935" cy="50058"/>
              </a:xfrm>
              <a:custGeom>
                <a:avLst/>
                <a:gdLst/>
                <a:ahLst/>
                <a:cxnLst/>
                <a:rect l="l" t="t" r="r" b="b"/>
                <a:pathLst>
                  <a:path w="2408" h="2321" extrusionOk="0">
                    <a:moveTo>
                      <a:pt x="1060" y="1"/>
                    </a:moveTo>
                    <a:cubicBezTo>
                      <a:pt x="898" y="1"/>
                      <a:pt x="734" y="34"/>
                      <a:pt x="577" y="105"/>
                    </a:cubicBezTo>
                    <a:cubicBezTo>
                      <a:pt x="1" y="372"/>
                      <a:pt x="185" y="865"/>
                      <a:pt x="453" y="1441"/>
                    </a:cubicBezTo>
                    <a:cubicBezTo>
                      <a:pt x="668" y="1922"/>
                      <a:pt x="869" y="2321"/>
                      <a:pt x="1239" y="2321"/>
                    </a:cubicBezTo>
                    <a:cubicBezTo>
                      <a:pt x="1329" y="2321"/>
                      <a:pt x="1430" y="2297"/>
                      <a:pt x="1543" y="2245"/>
                    </a:cubicBezTo>
                    <a:cubicBezTo>
                      <a:pt x="2140" y="1976"/>
                      <a:pt x="2407" y="1298"/>
                      <a:pt x="2140" y="701"/>
                    </a:cubicBezTo>
                    <a:cubicBezTo>
                      <a:pt x="1943" y="262"/>
                      <a:pt x="1511" y="1"/>
                      <a:pt x="10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40"/>
              <p:cNvSpPr/>
              <p:nvPr/>
            </p:nvSpPr>
            <p:spPr>
              <a:xfrm>
                <a:off x="6924618" y="2242724"/>
                <a:ext cx="49713" cy="48354"/>
              </a:xfrm>
              <a:custGeom>
                <a:avLst/>
                <a:gdLst/>
                <a:ahLst/>
                <a:cxnLst/>
                <a:rect l="l" t="t" r="r" b="b"/>
                <a:pathLst>
                  <a:path w="2305" h="2242" extrusionOk="0">
                    <a:moveTo>
                      <a:pt x="1015" y="1"/>
                    </a:moveTo>
                    <a:cubicBezTo>
                      <a:pt x="862" y="1"/>
                      <a:pt x="705" y="32"/>
                      <a:pt x="555" y="96"/>
                    </a:cubicBezTo>
                    <a:cubicBezTo>
                      <a:pt x="0" y="363"/>
                      <a:pt x="185" y="837"/>
                      <a:pt x="431" y="1391"/>
                    </a:cubicBezTo>
                    <a:cubicBezTo>
                      <a:pt x="648" y="1857"/>
                      <a:pt x="837" y="2242"/>
                      <a:pt x="1195" y="2242"/>
                    </a:cubicBezTo>
                    <a:cubicBezTo>
                      <a:pt x="1280" y="2242"/>
                      <a:pt x="1375" y="2220"/>
                      <a:pt x="1481" y="2173"/>
                    </a:cubicBezTo>
                    <a:cubicBezTo>
                      <a:pt x="2057" y="1906"/>
                      <a:pt x="2304" y="1248"/>
                      <a:pt x="2057" y="672"/>
                    </a:cubicBezTo>
                    <a:cubicBezTo>
                      <a:pt x="1859" y="247"/>
                      <a:pt x="1448"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0"/>
              <p:cNvSpPr/>
              <p:nvPr/>
            </p:nvSpPr>
            <p:spPr>
              <a:xfrm>
                <a:off x="6926818" y="2249216"/>
                <a:ext cx="47039" cy="41863"/>
              </a:xfrm>
              <a:custGeom>
                <a:avLst/>
                <a:gdLst/>
                <a:ahLst/>
                <a:cxnLst/>
                <a:rect l="l" t="t" r="r" b="b"/>
                <a:pathLst>
                  <a:path w="2181" h="1941" extrusionOk="0">
                    <a:moveTo>
                      <a:pt x="186" y="1"/>
                    </a:moveTo>
                    <a:cubicBezTo>
                      <a:pt x="0" y="267"/>
                      <a:pt x="145" y="659"/>
                      <a:pt x="329" y="1090"/>
                    </a:cubicBezTo>
                    <a:cubicBezTo>
                      <a:pt x="546" y="1556"/>
                      <a:pt x="735" y="1941"/>
                      <a:pt x="1093" y="1941"/>
                    </a:cubicBezTo>
                    <a:cubicBezTo>
                      <a:pt x="1178" y="1941"/>
                      <a:pt x="1273" y="1919"/>
                      <a:pt x="1379" y="1872"/>
                    </a:cubicBezTo>
                    <a:cubicBezTo>
                      <a:pt x="1934" y="1625"/>
                      <a:pt x="2181" y="988"/>
                      <a:pt x="1955" y="432"/>
                    </a:cubicBezTo>
                    <a:lnTo>
                      <a:pt x="1955" y="432"/>
                    </a:lnTo>
                    <a:cubicBezTo>
                      <a:pt x="1344" y="730"/>
                      <a:pt x="949" y="864"/>
                      <a:pt x="692" y="864"/>
                    </a:cubicBezTo>
                    <a:cubicBezTo>
                      <a:pt x="291" y="864"/>
                      <a:pt x="223" y="539"/>
                      <a:pt x="1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40"/>
              <p:cNvSpPr/>
              <p:nvPr/>
            </p:nvSpPr>
            <p:spPr>
              <a:xfrm>
                <a:off x="6813222" y="2299770"/>
                <a:ext cx="52387" cy="50058"/>
              </a:xfrm>
              <a:custGeom>
                <a:avLst/>
                <a:gdLst/>
                <a:ahLst/>
                <a:cxnLst/>
                <a:rect l="l" t="t" r="r" b="b"/>
                <a:pathLst>
                  <a:path w="2429" h="2321" extrusionOk="0">
                    <a:moveTo>
                      <a:pt x="1080" y="1"/>
                    </a:moveTo>
                    <a:cubicBezTo>
                      <a:pt x="919" y="1"/>
                      <a:pt x="755" y="34"/>
                      <a:pt x="598" y="104"/>
                    </a:cubicBezTo>
                    <a:cubicBezTo>
                      <a:pt x="1" y="372"/>
                      <a:pt x="206" y="845"/>
                      <a:pt x="475" y="1442"/>
                    </a:cubicBezTo>
                    <a:cubicBezTo>
                      <a:pt x="689" y="1921"/>
                      <a:pt x="877" y="2320"/>
                      <a:pt x="1252" y="2320"/>
                    </a:cubicBezTo>
                    <a:cubicBezTo>
                      <a:pt x="1344" y="2320"/>
                      <a:pt x="1447" y="2296"/>
                      <a:pt x="1564" y="2244"/>
                    </a:cubicBezTo>
                    <a:cubicBezTo>
                      <a:pt x="2162" y="1977"/>
                      <a:pt x="2428" y="1278"/>
                      <a:pt x="2162" y="701"/>
                    </a:cubicBezTo>
                    <a:cubicBezTo>
                      <a:pt x="1964" y="261"/>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40"/>
              <p:cNvSpPr/>
              <p:nvPr/>
            </p:nvSpPr>
            <p:spPr>
              <a:xfrm>
                <a:off x="6815012" y="2306154"/>
                <a:ext cx="50166" cy="48160"/>
              </a:xfrm>
              <a:custGeom>
                <a:avLst/>
                <a:gdLst/>
                <a:ahLst/>
                <a:cxnLst/>
                <a:rect l="l" t="t" r="r" b="b"/>
                <a:pathLst>
                  <a:path w="2326" h="2233" extrusionOk="0">
                    <a:moveTo>
                      <a:pt x="1027" y="1"/>
                    </a:moveTo>
                    <a:cubicBezTo>
                      <a:pt x="875" y="1"/>
                      <a:pt x="721" y="32"/>
                      <a:pt x="576" y="96"/>
                    </a:cubicBezTo>
                    <a:cubicBezTo>
                      <a:pt x="0" y="364"/>
                      <a:pt x="186" y="817"/>
                      <a:pt x="453" y="1393"/>
                    </a:cubicBezTo>
                    <a:cubicBezTo>
                      <a:pt x="649" y="1852"/>
                      <a:pt x="833" y="2233"/>
                      <a:pt x="1192" y="2233"/>
                    </a:cubicBezTo>
                    <a:cubicBezTo>
                      <a:pt x="1283" y="2233"/>
                      <a:pt x="1386" y="2208"/>
                      <a:pt x="1503" y="2153"/>
                    </a:cubicBezTo>
                    <a:cubicBezTo>
                      <a:pt x="2057" y="1906"/>
                      <a:pt x="2325" y="1248"/>
                      <a:pt x="2057" y="672"/>
                    </a:cubicBezTo>
                    <a:cubicBezTo>
                      <a:pt x="1875" y="247"/>
                      <a:pt x="1457" y="1"/>
                      <a:pt x="102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0"/>
              <p:cNvSpPr/>
              <p:nvPr/>
            </p:nvSpPr>
            <p:spPr>
              <a:xfrm>
                <a:off x="6817234" y="2312646"/>
                <a:ext cx="47060" cy="41668"/>
              </a:xfrm>
              <a:custGeom>
                <a:avLst/>
                <a:gdLst/>
                <a:ahLst/>
                <a:cxnLst/>
                <a:rect l="l" t="t" r="r" b="b"/>
                <a:pathLst>
                  <a:path w="2182" h="1932" extrusionOk="0">
                    <a:moveTo>
                      <a:pt x="206" y="1"/>
                    </a:moveTo>
                    <a:cubicBezTo>
                      <a:pt x="1" y="269"/>
                      <a:pt x="144" y="659"/>
                      <a:pt x="350" y="1092"/>
                    </a:cubicBezTo>
                    <a:cubicBezTo>
                      <a:pt x="546" y="1551"/>
                      <a:pt x="730" y="1932"/>
                      <a:pt x="1089" y="1932"/>
                    </a:cubicBezTo>
                    <a:cubicBezTo>
                      <a:pt x="1180" y="1932"/>
                      <a:pt x="1283" y="1907"/>
                      <a:pt x="1400" y="1852"/>
                    </a:cubicBezTo>
                    <a:cubicBezTo>
                      <a:pt x="1934" y="1605"/>
                      <a:pt x="2181" y="988"/>
                      <a:pt x="1976" y="434"/>
                    </a:cubicBezTo>
                    <a:lnTo>
                      <a:pt x="1976" y="434"/>
                    </a:lnTo>
                    <a:cubicBezTo>
                      <a:pt x="1364" y="731"/>
                      <a:pt x="967" y="865"/>
                      <a:pt x="707" y="865"/>
                    </a:cubicBezTo>
                    <a:cubicBezTo>
                      <a:pt x="302" y="865"/>
                      <a:pt x="231" y="540"/>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40"/>
              <p:cNvSpPr/>
              <p:nvPr/>
            </p:nvSpPr>
            <p:spPr>
              <a:xfrm>
                <a:off x="6686794" y="2370770"/>
                <a:ext cx="51913" cy="50490"/>
              </a:xfrm>
              <a:custGeom>
                <a:avLst/>
                <a:gdLst/>
                <a:ahLst/>
                <a:cxnLst/>
                <a:rect l="l" t="t" r="r" b="b"/>
                <a:pathLst>
                  <a:path w="2407" h="2341" extrusionOk="0">
                    <a:moveTo>
                      <a:pt x="1059" y="0"/>
                    </a:moveTo>
                    <a:cubicBezTo>
                      <a:pt x="897" y="0"/>
                      <a:pt x="733" y="33"/>
                      <a:pt x="576" y="104"/>
                    </a:cubicBezTo>
                    <a:cubicBezTo>
                      <a:pt x="0" y="372"/>
                      <a:pt x="185" y="866"/>
                      <a:pt x="453" y="1461"/>
                    </a:cubicBezTo>
                    <a:cubicBezTo>
                      <a:pt x="667" y="1941"/>
                      <a:pt x="869" y="2341"/>
                      <a:pt x="1239" y="2341"/>
                    </a:cubicBezTo>
                    <a:cubicBezTo>
                      <a:pt x="1329" y="2341"/>
                      <a:pt x="1429" y="2317"/>
                      <a:pt x="1543" y="2265"/>
                    </a:cubicBezTo>
                    <a:cubicBezTo>
                      <a:pt x="2140" y="1996"/>
                      <a:pt x="2407" y="1297"/>
                      <a:pt x="2140" y="701"/>
                    </a:cubicBezTo>
                    <a:cubicBezTo>
                      <a:pt x="1942" y="261"/>
                      <a:pt x="1511" y="0"/>
                      <a:pt x="10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40"/>
              <p:cNvSpPr/>
              <p:nvPr/>
            </p:nvSpPr>
            <p:spPr>
              <a:xfrm>
                <a:off x="6688562" y="2377607"/>
                <a:ext cx="49713" cy="48139"/>
              </a:xfrm>
              <a:custGeom>
                <a:avLst/>
                <a:gdLst/>
                <a:ahLst/>
                <a:cxnLst/>
                <a:rect l="l" t="t" r="r" b="b"/>
                <a:pathLst>
                  <a:path w="2305" h="2232" extrusionOk="0">
                    <a:moveTo>
                      <a:pt x="1015" y="1"/>
                    </a:moveTo>
                    <a:cubicBezTo>
                      <a:pt x="862" y="1"/>
                      <a:pt x="706" y="32"/>
                      <a:pt x="555" y="96"/>
                    </a:cubicBezTo>
                    <a:cubicBezTo>
                      <a:pt x="1" y="343"/>
                      <a:pt x="185" y="815"/>
                      <a:pt x="432" y="1391"/>
                    </a:cubicBezTo>
                    <a:cubicBezTo>
                      <a:pt x="646" y="1851"/>
                      <a:pt x="833" y="2232"/>
                      <a:pt x="1182" y="2232"/>
                    </a:cubicBezTo>
                    <a:cubicBezTo>
                      <a:pt x="1270" y="2232"/>
                      <a:pt x="1369" y="2207"/>
                      <a:pt x="1482" y="2153"/>
                    </a:cubicBezTo>
                    <a:cubicBezTo>
                      <a:pt x="2058" y="1906"/>
                      <a:pt x="2305" y="1227"/>
                      <a:pt x="2058" y="672"/>
                    </a:cubicBezTo>
                    <a:cubicBezTo>
                      <a:pt x="1860" y="247"/>
                      <a:pt x="1449" y="1"/>
                      <a:pt x="10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0"/>
              <p:cNvSpPr/>
              <p:nvPr/>
            </p:nvSpPr>
            <p:spPr>
              <a:xfrm>
                <a:off x="6690762" y="2384099"/>
                <a:ext cx="47060" cy="41647"/>
              </a:xfrm>
              <a:custGeom>
                <a:avLst/>
                <a:gdLst/>
                <a:ahLst/>
                <a:cxnLst/>
                <a:rect l="l" t="t" r="r" b="b"/>
                <a:pathLst>
                  <a:path w="2182" h="1931" extrusionOk="0">
                    <a:moveTo>
                      <a:pt x="187" y="1"/>
                    </a:moveTo>
                    <a:cubicBezTo>
                      <a:pt x="1" y="267"/>
                      <a:pt x="146" y="638"/>
                      <a:pt x="330" y="1090"/>
                    </a:cubicBezTo>
                    <a:cubicBezTo>
                      <a:pt x="544" y="1550"/>
                      <a:pt x="731" y="1931"/>
                      <a:pt x="1080" y="1931"/>
                    </a:cubicBezTo>
                    <a:cubicBezTo>
                      <a:pt x="1168" y="1931"/>
                      <a:pt x="1267" y="1906"/>
                      <a:pt x="1380" y="1852"/>
                    </a:cubicBezTo>
                    <a:cubicBezTo>
                      <a:pt x="1935" y="1605"/>
                      <a:pt x="2181" y="967"/>
                      <a:pt x="1956" y="412"/>
                    </a:cubicBezTo>
                    <a:lnTo>
                      <a:pt x="1956" y="412"/>
                    </a:lnTo>
                    <a:cubicBezTo>
                      <a:pt x="1338" y="721"/>
                      <a:pt x="942" y="860"/>
                      <a:pt x="685" y="860"/>
                    </a:cubicBezTo>
                    <a:cubicBezTo>
                      <a:pt x="291" y="860"/>
                      <a:pt x="224" y="535"/>
                      <a:pt x="1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40"/>
              <p:cNvSpPr/>
              <p:nvPr/>
            </p:nvSpPr>
            <p:spPr>
              <a:xfrm>
                <a:off x="7026654" y="2174571"/>
                <a:ext cx="52387" cy="50144"/>
              </a:xfrm>
              <a:custGeom>
                <a:avLst/>
                <a:gdLst/>
                <a:ahLst/>
                <a:cxnLst/>
                <a:rect l="l" t="t" r="r" b="b"/>
                <a:pathLst>
                  <a:path w="2429" h="2325" extrusionOk="0">
                    <a:moveTo>
                      <a:pt x="1095" y="1"/>
                    </a:moveTo>
                    <a:cubicBezTo>
                      <a:pt x="928" y="1"/>
                      <a:pt x="759" y="35"/>
                      <a:pt x="597" y="108"/>
                    </a:cubicBezTo>
                    <a:cubicBezTo>
                      <a:pt x="1" y="376"/>
                      <a:pt x="207" y="848"/>
                      <a:pt x="473" y="1446"/>
                    </a:cubicBezTo>
                    <a:cubicBezTo>
                      <a:pt x="689" y="1924"/>
                      <a:pt x="876" y="2324"/>
                      <a:pt x="1251" y="2324"/>
                    </a:cubicBezTo>
                    <a:cubicBezTo>
                      <a:pt x="1343" y="2324"/>
                      <a:pt x="1447" y="2300"/>
                      <a:pt x="1564" y="2247"/>
                    </a:cubicBezTo>
                    <a:cubicBezTo>
                      <a:pt x="2160" y="1981"/>
                      <a:pt x="2428" y="1281"/>
                      <a:pt x="2160" y="684"/>
                    </a:cubicBezTo>
                    <a:cubicBezTo>
                      <a:pt x="1966" y="250"/>
                      <a:pt x="1542" y="1"/>
                      <a:pt x="10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40"/>
              <p:cNvSpPr/>
              <p:nvPr/>
            </p:nvSpPr>
            <p:spPr>
              <a:xfrm>
                <a:off x="7028444" y="2181041"/>
                <a:ext cx="50123" cy="48160"/>
              </a:xfrm>
              <a:custGeom>
                <a:avLst/>
                <a:gdLst/>
                <a:ahLst/>
                <a:cxnLst/>
                <a:rect l="l" t="t" r="r" b="b"/>
                <a:pathLst>
                  <a:path w="2324" h="2233" extrusionOk="0">
                    <a:moveTo>
                      <a:pt x="1036" y="0"/>
                    </a:moveTo>
                    <a:cubicBezTo>
                      <a:pt x="883" y="0"/>
                      <a:pt x="727" y="31"/>
                      <a:pt x="576" y="96"/>
                    </a:cubicBezTo>
                    <a:cubicBezTo>
                      <a:pt x="0" y="364"/>
                      <a:pt x="206" y="817"/>
                      <a:pt x="453" y="1393"/>
                    </a:cubicBezTo>
                    <a:cubicBezTo>
                      <a:pt x="665" y="1852"/>
                      <a:pt x="839" y="2232"/>
                      <a:pt x="1192" y="2232"/>
                    </a:cubicBezTo>
                    <a:cubicBezTo>
                      <a:pt x="1282" y="2232"/>
                      <a:pt x="1384" y="2207"/>
                      <a:pt x="1501" y="2153"/>
                    </a:cubicBezTo>
                    <a:cubicBezTo>
                      <a:pt x="2077" y="1906"/>
                      <a:pt x="2324" y="1228"/>
                      <a:pt x="2057" y="672"/>
                    </a:cubicBezTo>
                    <a:cubicBezTo>
                      <a:pt x="1875" y="246"/>
                      <a:pt x="1468" y="0"/>
                      <a:pt x="10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0"/>
              <p:cNvSpPr/>
              <p:nvPr/>
            </p:nvSpPr>
            <p:spPr>
              <a:xfrm>
                <a:off x="7030644" y="2187533"/>
                <a:ext cx="47513" cy="41668"/>
              </a:xfrm>
              <a:custGeom>
                <a:avLst/>
                <a:gdLst/>
                <a:ahLst/>
                <a:cxnLst/>
                <a:rect l="l" t="t" r="r" b="b"/>
                <a:pathLst>
                  <a:path w="2203" h="1932" extrusionOk="0">
                    <a:moveTo>
                      <a:pt x="206" y="0"/>
                    </a:moveTo>
                    <a:lnTo>
                      <a:pt x="206" y="0"/>
                    </a:lnTo>
                    <a:cubicBezTo>
                      <a:pt x="0" y="269"/>
                      <a:pt x="145" y="659"/>
                      <a:pt x="351" y="1092"/>
                    </a:cubicBezTo>
                    <a:cubicBezTo>
                      <a:pt x="563" y="1551"/>
                      <a:pt x="737" y="1931"/>
                      <a:pt x="1090" y="1931"/>
                    </a:cubicBezTo>
                    <a:cubicBezTo>
                      <a:pt x="1180" y="1931"/>
                      <a:pt x="1282" y="1906"/>
                      <a:pt x="1399" y="1852"/>
                    </a:cubicBezTo>
                    <a:cubicBezTo>
                      <a:pt x="1955" y="1605"/>
                      <a:pt x="2202" y="968"/>
                      <a:pt x="1975" y="412"/>
                    </a:cubicBezTo>
                    <a:lnTo>
                      <a:pt x="1975" y="412"/>
                    </a:lnTo>
                    <a:cubicBezTo>
                      <a:pt x="1357" y="721"/>
                      <a:pt x="957" y="860"/>
                      <a:pt x="698" y="860"/>
                    </a:cubicBezTo>
                    <a:cubicBezTo>
                      <a:pt x="301" y="860"/>
                      <a:pt x="231" y="536"/>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40"/>
              <p:cNvSpPr/>
              <p:nvPr/>
            </p:nvSpPr>
            <p:spPr>
              <a:xfrm>
                <a:off x="6411700" y="2510981"/>
                <a:ext cx="52387" cy="50295"/>
              </a:xfrm>
              <a:custGeom>
                <a:avLst/>
                <a:gdLst/>
                <a:ahLst/>
                <a:cxnLst/>
                <a:rect l="l" t="t" r="r" b="b"/>
                <a:pathLst>
                  <a:path w="2429" h="2332" extrusionOk="0">
                    <a:moveTo>
                      <a:pt x="1088" y="0"/>
                    </a:moveTo>
                    <a:cubicBezTo>
                      <a:pt x="926" y="0"/>
                      <a:pt x="759" y="33"/>
                      <a:pt x="596" y="103"/>
                    </a:cubicBezTo>
                    <a:cubicBezTo>
                      <a:pt x="1" y="350"/>
                      <a:pt x="206" y="844"/>
                      <a:pt x="473" y="1441"/>
                    </a:cubicBezTo>
                    <a:cubicBezTo>
                      <a:pt x="691" y="1927"/>
                      <a:pt x="868" y="2331"/>
                      <a:pt x="1260" y="2331"/>
                    </a:cubicBezTo>
                    <a:cubicBezTo>
                      <a:pt x="1349" y="2331"/>
                      <a:pt x="1450" y="2310"/>
                      <a:pt x="1564" y="2264"/>
                    </a:cubicBezTo>
                    <a:cubicBezTo>
                      <a:pt x="2160" y="1996"/>
                      <a:pt x="2428" y="1297"/>
                      <a:pt x="2160" y="701"/>
                    </a:cubicBezTo>
                    <a:cubicBezTo>
                      <a:pt x="1963" y="261"/>
                      <a:pt x="1543" y="0"/>
                      <a:pt x="10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0"/>
              <p:cNvSpPr/>
              <p:nvPr/>
            </p:nvSpPr>
            <p:spPr>
              <a:xfrm>
                <a:off x="6413469" y="2517429"/>
                <a:ext cx="50144" cy="48311"/>
              </a:xfrm>
              <a:custGeom>
                <a:avLst/>
                <a:gdLst/>
                <a:ahLst/>
                <a:cxnLst/>
                <a:rect l="l" t="t" r="r" b="b"/>
                <a:pathLst>
                  <a:path w="2325" h="2240" extrusionOk="0">
                    <a:moveTo>
                      <a:pt x="1024" y="0"/>
                    </a:moveTo>
                    <a:cubicBezTo>
                      <a:pt x="875" y="0"/>
                      <a:pt x="723" y="30"/>
                      <a:pt x="577" y="92"/>
                    </a:cubicBezTo>
                    <a:cubicBezTo>
                      <a:pt x="1" y="339"/>
                      <a:pt x="207" y="813"/>
                      <a:pt x="454" y="1389"/>
                    </a:cubicBezTo>
                    <a:cubicBezTo>
                      <a:pt x="653" y="1855"/>
                      <a:pt x="826" y="2240"/>
                      <a:pt x="1189" y="2240"/>
                    </a:cubicBezTo>
                    <a:cubicBezTo>
                      <a:pt x="1275" y="2240"/>
                      <a:pt x="1372" y="2218"/>
                      <a:pt x="1482" y="2171"/>
                    </a:cubicBezTo>
                    <a:cubicBezTo>
                      <a:pt x="2058" y="1924"/>
                      <a:pt x="2325" y="1245"/>
                      <a:pt x="2078" y="668"/>
                    </a:cubicBezTo>
                    <a:cubicBezTo>
                      <a:pt x="1879" y="255"/>
                      <a:pt x="1462"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0"/>
              <p:cNvSpPr/>
              <p:nvPr/>
            </p:nvSpPr>
            <p:spPr>
              <a:xfrm>
                <a:off x="6415669" y="2523856"/>
                <a:ext cx="47060" cy="41884"/>
              </a:xfrm>
              <a:custGeom>
                <a:avLst/>
                <a:gdLst/>
                <a:ahLst/>
                <a:cxnLst/>
                <a:rect l="l" t="t" r="r" b="b"/>
                <a:pathLst>
                  <a:path w="2182" h="1942" extrusionOk="0">
                    <a:moveTo>
                      <a:pt x="207" y="0"/>
                    </a:moveTo>
                    <a:lnTo>
                      <a:pt x="207" y="0"/>
                    </a:lnTo>
                    <a:cubicBezTo>
                      <a:pt x="1" y="268"/>
                      <a:pt x="146" y="639"/>
                      <a:pt x="352" y="1091"/>
                    </a:cubicBezTo>
                    <a:cubicBezTo>
                      <a:pt x="551" y="1557"/>
                      <a:pt x="724" y="1942"/>
                      <a:pt x="1087" y="1942"/>
                    </a:cubicBezTo>
                    <a:cubicBezTo>
                      <a:pt x="1173" y="1942"/>
                      <a:pt x="1270" y="1920"/>
                      <a:pt x="1380" y="1873"/>
                    </a:cubicBezTo>
                    <a:cubicBezTo>
                      <a:pt x="1935" y="1626"/>
                      <a:pt x="2182" y="988"/>
                      <a:pt x="1976" y="433"/>
                    </a:cubicBezTo>
                    <a:lnTo>
                      <a:pt x="1976" y="433"/>
                    </a:lnTo>
                    <a:cubicBezTo>
                      <a:pt x="1365" y="730"/>
                      <a:pt x="967" y="864"/>
                      <a:pt x="707" y="864"/>
                    </a:cubicBezTo>
                    <a:cubicBezTo>
                      <a:pt x="303" y="864"/>
                      <a:pt x="232" y="539"/>
                      <a:pt x="2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0"/>
              <p:cNvSpPr/>
              <p:nvPr/>
            </p:nvSpPr>
            <p:spPr>
              <a:xfrm>
                <a:off x="6301663" y="2573160"/>
                <a:ext cx="52387" cy="50425"/>
              </a:xfrm>
              <a:custGeom>
                <a:avLst/>
                <a:gdLst/>
                <a:ahLst/>
                <a:cxnLst/>
                <a:rect l="l" t="t" r="r" b="b"/>
                <a:pathLst>
                  <a:path w="2429" h="2338" extrusionOk="0">
                    <a:moveTo>
                      <a:pt x="1064" y="1"/>
                    </a:moveTo>
                    <a:cubicBezTo>
                      <a:pt x="908" y="1"/>
                      <a:pt x="749" y="33"/>
                      <a:pt x="597" y="101"/>
                    </a:cubicBezTo>
                    <a:cubicBezTo>
                      <a:pt x="1" y="369"/>
                      <a:pt x="206" y="863"/>
                      <a:pt x="473" y="1458"/>
                    </a:cubicBezTo>
                    <a:cubicBezTo>
                      <a:pt x="671" y="1938"/>
                      <a:pt x="857" y="2338"/>
                      <a:pt x="1231" y="2338"/>
                    </a:cubicBezTo>
                    <a:cubicBezTo>
                      <a:pt x="1323" y="2338"/>
                      <a:pt x="1426" y="2314"/>
                      <a:pt x="1543" y="2261"/>
                    </a:cubicBezTo>
                    <a:cubicBezTo>
                      <a:pt x="2140" y="2015"/>
                      <a:pt x="2428" y="1315"/>
                      <a:pt x="2160" y="718"/>
                    </a:cubicBezTo>
                    <a:cubicBezTo>
                      <a:pt x="1961" y="274"/>
                      <a:pt x="1522" y="1"/>
                      <a:pt x="1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0"/>
              <p:cNvSpPr/>
              <p:nvPr/>
            </p:nvSpPr>
            <p:spPr>
              <a:xfrm>
                <a:off x="6303453" y="2579932"/>
                <a:ext cx="50123" cy="47945"/>
              </a:xfrm>
              <a:custGeom>
                <a:avLst/>
                <a:gdLst/>
                <a:ahLst/>
                <a:cxnLst/>
                <a:rect l="l" t="t" r="r" b="b"/>
                <a:pathLst>
                  <a:path w="2324" h="2223" extrusionOk="0">
                    <a:moveTo>
                      <a:pt x="1036" y="1"/>
                    </a:moveTo>
                    <a:cubicBezTo>
                      <a:pt x="883" y="1"/>
                      <a:pt x="727" y="31"/>
                      <a:pt x="576" y="96"/>
                    </a:cubicBezTo>
                    <a:cubicBezTo>
                      <a:pt x="0" y="343"/>
                      <a:pt x="206" y="815"/>
                      <a:pt x="453" y="1371"/>
                    </a:cubicBezTo>
                    <a:cubicBezTo>
                      <a:pt x="652" y="1837"/>
                      <a:pt x="825" y="2222"/>
                      <a:pt x="1188" y="2222"/>
                    </a:cubicBezTo>
                    <a:cubicBezTo>
                      <a:pt x="1274" y="2222"/>
                      <a:pt x="1371" y="2200"/>
                      <a:pt x="1481" y="2153"/>
                    </a:cubicBezTo>
                    <a:cubicBezTo>
                      <a:pt x="2057" y="1906"/>
                      <a:pt x="2324" y="1248"/>
                      <a:pt x="2057" y="672"/>
                    </a:cubicBezTo>
                    <a:cubicBezTo>
                      <a:pt x="1875" y="247"/>
                      <a:pt x="1468" y="1"/>
                      <a:pt x="1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0"/>
              <p:cNvSpPr/>
              <p:nvPr/>
            </p:nvSpPr>
            <p:spPr>
              <a:xfrm>
                <a:off x="6305653" y="2586424"/>
                <a:ext cx="47039" cy="41453"/>
              </a:xfrm>
              <a:custGeom>
                <a:avLst/>
                <a:gdLst/>
                <a:ahLst/>
                <a:cxnLst/>
                <a:rect l="l" t="t" r="r" b="b"/>
                <a:pathLst>
                  <a:path w="2181" h="1922" extrusionOk="0">
                    <a:moveTo>
                      <a:pt x="206" y="1"/>
                    </a:moveTo>
                    <a:cubicBezTo>
                      <a:pt x="0" y="267"/>
                      <a:pt x="145" y="638"/>
                      <a:pt x="351" y="1070"/>
                    </a:cubicBezTo>
                    <a:cubicBezTo>
                      <a:pt x="550" y="1536"/>
                      <a:pt x="723" y="1921"/>
                      <a:pt x="1086" y="1921"/>
                    </a:cubicBezTo>
                    <a:cubicBezTo>
                      <a:pt x="1172" y="1921"/>
                      <a:pt x="1269" y="1899"/>
                      <a:pt x="1379" y="1852"/>
                    </a:cubicBezTo>
                    <a:cubicBezTo>
                      <a:pt x="1934" y="1625"/>
                      <a:pt x="2181" y="988"/>
                      <a:pt x="1975" y="432"/>
                    </a:cubicBezTo>
                    <a:lnTo>
                      <a:pt x="1975" y="432"/>
                    </a:lnTo>
                    <a:cubicBezTo>
                      <a:pt x="1362" y="722"/>
                      <a:pt x="963" y="855"/>
                      <a:pt x="704" y="855"/>
                    </a:cubicBezTo>
                    <a:cubicBezTo>
                      <a:pt x="301" y="855"/>
                      <a:pt x="231" y="538"/>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0"/>
              <p:cNvSpPr/>
              <p:nvPr/>
            </p:nvSpPr>
            <p:spPr>
              <a:xfrm>
                <a:off x="6174781" y="2643276"/>
                <a:ext cx="51913" cy="50425"/>
              </a:xfrm>
              <a:custGeom>
                <a:avLst/>
                <a:gdLst/>
                <a:ahLst/>
                <a:cxnLst/>
                <a:rect l="l" t="t" r="r" b="b"/>
                <a:pathLst>
                  <a:path w="2407" h="2338" extrusionOk="0">
                    <a:moveTo>
                      <a:pt x="1060" y="0"/>
                    </a:moveTo>
                    <a:cubicBezTo>
                      <a:pt x="906" y="0"/>
                      <a:pt x="748" y="32"/>
                      <a:pt x="596" y="100"/>
                    </a:cubicBezTo>
                    <a:cubicBezTo>
                      <a:pt x="0" y="368"/>
                      <a:pt x="184" y="862"/>
                      <a:pt x="453" y="1458"/>
                    </a:cubicBezTo>
                    <a:cubicBezTo>
                      <a:pt x="667" y="1938"/>
                      <a:pt x="856" y="2337"/>
                      <a:pt x="1231" y="2337"/>
                    </a:cubicBezTo>
                    <a:cubicBezTo>
                      <a:pt x="1322" y="2337"/>
                      <a:pt x="1425" y="2313"/>
                      <a:pt x="1542" y="2261"/>
                    </a:cubicBezTo>
                    <a:cubicBezTo>
                      <a:pt x="2140" y="1993"/>
                      <a:pt x="2406" y="1315"/>
                      <a:pt x="2140" y="717"/>
                    </a:cubicBezTo>
                    <a:cubicBezTo>
                      <a:pt x="1940" y="273"/>
                      <a:pt x="1512" y="0"/>
                      <a:pt x="10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0"/>
              <p:cNvSpPr/>
              <p:nvPr/>
            </p:nvSpPr>
            <p:spPr>
              <a:xfrm>
                <a:off x="6176550" y="2650048"/>
                <a:ext cx="49713" cy="47923"/>
              </a:xfrm>
              <a:custGeom>
                <a:avLst/>
                <a:gdLst/>
                <a:ahLst/>
                <a:cxnLst/>
                <a:rect l="l" t="t" r="r" b="b"/>
                <a:pathLst>
                  <a:path w="2305" h="2222" extrusionOk="0">
                    <a:moveTo>
                      <a:pt x="1015" y="0"/>
                    </a:moveTo>
                    <a:cubicBezTo>
                      <a:pt x="862" y="0"/>
                      <a:pt x="706" y="31"/>
                      <a:pt x="555" y="95"/>
                    </a:cubicBezTo>
                    <a:cubicBezTo>
                      <a:pt x="0" y="342"/>
                      <a:pt x="185" y="815"/>
                      <a:pt x="432" y="1371"/>
                    </a:cubicBezTo>
                    <a:cubicBezTo>
                      <a:pt x="631" y="1837"/>
                      <a:pt x="818" y="2222"/>
                      <a:pt x="1175" y="2222"/>
                    </a:cubicBezTo>
                    <a:cubicBezTo>
                      <a:pt x="1260" y="2222"/>
                      <a:pt x="1354" y="2200"/>
                      <a:pt x="1460" y="2153"/>
                    </a:cubicBezTo>
                    <a:cubicBezTo>
                      <a:pt x="2036" y="1906"/>
                      <a:pt x="2304" y="1247"/>
                      <a:pt x="2058" y="671"/>
                    </a:cubicBezTo>
                    <a:cubicBezTo>
                      <a:pt x="1859" y="246"/>
                      <a:pt x="1449" y="0"/>
                      <a:pt x="1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0"/>
              <p:cNvSpPr/>
              <p:nvPr/>
            </p:nvSpPr>
            <p:spPr>
              <a:xfrm>
                <a:off x="6178318" y="2656540"/>
                <a:ext cx="47492" cy="41431"/>
              </a:xfrm>
              <a:custGeom>
                <a:avLst/>
                <a:gdLst/>
                <a:ahLst/>
                <a:cxnLst/>
                <a:rect l="l" t="t" r="r" b="b"/>
                <a:pathLst>
                  <a:path w="2202" h="1921" extrusionOk="0">
                    <a:moveTo>
                      <a:pt x="206" y="0"/>
                    </a:moveTo>
                    <a:lnTo>
                      <a:pt x="206" y="0"/>
                    </a:lnTo>
                    <a:cubicBezTo>
                      <a:pt x="1" y="267"/>
                      <a:pt x="165" y="637"/>
                      <a:pt x="350" y="1070"/>
                    </a:cubicBezTo>
                    <a:cubicBezTo>
                      <a:pt x="549" y="1536"/>
                      <a:pt x="736" y="1921"/>
                      <a:pt x="1093" y="1921"/>
                    </a:cubicBezTo>
                    <a:cubicBezTo>
                      <a:pt x="1178" y="1921"/>
                      <a:pt x="1272" y="1899"/>
                      <a:pt x="1378" y="1852"/>
                    </a:cubicBezTo>
                    <a:cubicBezTo>
                      <a:pt x="1934" y="1624"/>
                      <a:pt x="2201" y="988"/>
                      <a:pt x="1976" y="431"/>
                    </a:cubicBezTo>
                    <a:lnTo>
                      <a:pt x="1976" y="431"/>
                    </a:lnTo>
                    <a:cubicBezTo>
                      <a:pt x="1362" y="722"/>
                      <a:pt x="964" y="854"/>
                      <a:pt x="704" y="854"/>
                    </a:cubicBezTo>
                    <a:cubicBezTo>
                      <a:pt x="302" y="854"/>
                      <a:pt x="231" y="53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40"/>
              <p:cNvSpPr/>
              <p:nvPr/>
            </p:nvSpPr>
            <p:spPr>
              <a:xfrm>
                <a:off x="6516410" y="2450182"/>
                <a:ext cx="52387" cy="50295"/>
              </a:xfrm>
              <a:custGeom>
                <a:avLst/>
                <a:gdLst/>
                <a:ahLst/>
                <a:cxnLst/>
                <a:rect l="l" t="t" r="r" b="b"/>
                <a:pathLst>
                  <a:path w="2429" h="2332" extrusionOk="0">
                    <a:moveTo>
                      <a:pt x="1080" y="1"/>
                    </a:moveTo>
                    <a:cubicBezTo>
                      <a:pt x="918" y="1"/>
                      <a:pt x="754" y="34"/>
                      <a:pt x="596" y="105"/>
                    </a:cubicBezTo>
                    <a:cubicBezTo>
                      <a:pt x="1" y="352"/>
                      <a:pt x="206" y="845"/>
                      <a:pt x="473" y="1441"/>
                    </a:cubicBezTo>
                    <a:cubicBezTo>
                      <a:pt x="674" y="1928"/>
                      <a:pt x="862" y="2331"/>
                      <a:pt x="1246" y="2331"/>
                    </a:cubicBezTo>
                    <a:cubicBezTo>
                      <a:pt x="1334" y="2331"/>
                      <a:pt x="1432" y="2310"/>
                      <a:pt x="1543" y="2264"/>
                    </a:cubicBezTo>
                    <a:cubicBezTo>
                      <a:pt x="2140" y="1998"/>
                      <a:pt x="2428" y="1298"/>
                      <a:pt x="2160" y="701"/>
                    </a:cubicBezTo>
                    <a:cubicBezTo>
                      <a:pt x="1964" y="262"/>
                      <a:pt x="1532" y="1"/>
                      <a:pt x="10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0"/>
              <p:cNvSpPr/>
              <p:nvPr/>
            </p:nvSpPr>
            <p:spPr>
              <a:xfrm>
                <a:off x="6518200" y="2456652"/>
                <a:ext cx="50123" cy="48290"/>
              </a:xfrm>
              <a:custGeom>
                <a:avLst/>
                <a:gdLst/>
                <a:ahLst/>
                <a:cxnLst/>
                <a:rect l="l" t="t" r="r" b="b"/>
                <a:pathLst>
                  <a:path w="2324" h="2239" extrusionOk="0">
                    <a:moveTo>
                      <a:pt x="1024" y="0"/>
                    </a:moveTo>
                    <a:cubicBezTo>
                      <a:pt x="875" y="0"/>
                      <a:pt x="723" y="30"/>
                      <a:pt x="576" y="93"/>
                    </a:cubicBezTo>
                    <a:cubicBezTo>
                      <a:pt x="0" y="340"/>
                      <a:pt x="206" y="812"/>
                      <a:pt x="453" y="1388"/>
                    </a:cubicBezTo>
                    <a:cubicBezTo>
                      <a:pt x="652" y="1854"/>
                      <a:pt x="825" y="2239"/>
                      <a:pt x="1188" y="2239"/>
                    </a:cubicBezTo>
                    <a:cubicBezTo>
                      <a:pt x="1274" y="2239"/>
                      <a:pt x="1371" y="2217"/>
                      <a:pt x="1481" y="2170"/>
                    </a:cubicBezTo>
                    <a:cubicBezTo>
                      <a:pt x="2057" y="1923"/>
                      <a:pt x="2324" y="1245"/>
                      <a:pt x="2057" y="669"/>
                    </a:cubicBezTo>
                    <a:cubicBezTo>
                      <a:pt x="1873" y="254"/>
                      <a:pt x="1460" y="0"/>
                      <a:pt x="10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0"/>
              <p:cNvSpPr/>
              <p:nvPr/>
            </p:nvSpPr>
            <p:spPr>
              <a:xfrm>
                <a:off x="6520400" y="2463079"/>
                <a:ext cx="47039" cy="41863"/>
              </a:xfrm>
              <a:custGeom>
                <a:avLst/>
                <a:gdLst/>
                <a:ahLst/>
                <a:cxnLst/>
                <a:rect l="l" t="t" r="r" b="b"/>
                <a:pathLst>
                  <a:path w="2181" h="1941" extrusionOk="0">
                    <a:moveTo>
                      <a:pt x="206" y="1"/>
                    </a:moveTo>
                    <a:lnTo>
                      <a:pt x="206" y="1"/>
                    </a:lnTo>
                    <a:cubicBezTo>
                      <a:pt x="0" y="267"/>
                      <a:pt x="145" y="638"/>
                      <a:pt x="351" y="1090"/>
                    </a:cubicBezTo>
                    <a:cubicBezTo>
                      <a:pt x="550" y="1556"/>
                      <a:pt x="723" y="1941"/>
                      <a:pt x="1086" y="1941"/>
                    </a:cubicBezTo>
                    <a:cubicBezTo>
                      <a:pt x="1172" y="1941"/>
                      <a:pt x="1269" y="1919"/>
                      <a:pt x="1379" y="1872"/>
                    </a:cubicBezTo>
                    <a:cubicBezTo>
                      <a:pt x="1934" y="1625"/>
                      <a:pt x="2181" y="988"/>
                      <a:pt x="1975" y="432"/>
                    </a:cubicBezTo>
                    <a:lnTo>
                      <a:pt x="1975" y="432"/>
                    </a:lnTo>
                    <a:cubicBezTo>
                      <a:pt x="1364" y="730"/>
                      <a:pt x="966" y="864"/>
                      <a:pt x="706" y="864"/>
                    </a:cubicBezTo>
                    <a:cubicBezTo>
                      <a:pt x="302" y="864"/>
                      <a:pt x="231" y="539"/>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0"/>
              <p:cNvSpPr/>
              <p:nvPr/>
            </p:nvSpPr>
            <p:spPr>
              <a:xfrm>
                <a:off x="5931176" y="2772185"/>
                <a:ext cx="51482" cy="50403"/>
              </a:xfrm>
              <a:custGeom>
                <a:avLst/>
                <a:gdLst/>
                <a:ahLst/>
                <a:cxnLst/>
                <a:rect l="l" t="t" r="r" b="b"/>
                <a:pathLst>
                  <a:path w="2387" h="2337" extrusionOk="0">
                    <a:moveTo>
                      <a:pt x="1040" y="1"/>
                    </a:moveTo>
                    <a:cubicBezTo>
                      <a:pt x="892" y="1"/>
                      <a:pt x="742" y="29"/>
                      <a:pt x="598" y="89"/>
                    </a:cubicBezTo>
                    <a:cubicBezTo>
                      <a:pt x="0" y="336"/>
                      <a:pt x="186" y="830"/>
                      <a:pt x="433" y="1447"/>
                    </a:cubicBezTo>
                    <a:cubicBezTo>
                      <a:pt x="634" y="1933"/>
                      <a:pt x="808" y="2336"/>
                      <a:pt x="1187" y="2336"/>
                    </a:cubicBezTo>
                    <a:cubicBezTo>
                      <a:pt x="1273" y="2336"/>
                      <a:pt x="1371" y="2315"/>
                      <a:pt x="1481" y="2270"/>
                    </a:cubicBezTo>
                    <a:cubicBezTo>
                      <a:pt x="2098" y="2023"/>
                      <a:pt x="2386" y="1345"/>
                      <a:pt x="2140" y="747"/>
                    </a:cubicBezTo>
                    <a:cubicBezTo>
                      <a:pt x="1953" y="279"/>
                      <a:pt x="1505"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0"/>
              <p:cNvSpPr/>
              <p:nvPr/>
            </p:nvSpPr>
            <p:spPr>
              <a:xfrm>
                <a:off x="5932513" y="2778849"/>
                <a:ext cx="49260" cy="48182"/>
              </a:xfrm>
              <a:custGeom>
                <a:avLst/>
                <a:gdLst/>
                <a:ahLst/>
                <a:cxnLst/>
                <a:rect l="l" t="t" r="r" b="b"/>
                <a:pathLst>
                  <a:path w="2284" h="2234" extrusionOk="0">
                    <a:moveTo>
                      <a:pt x="1010" y="1"/>
                    </a:moveTo>
                    <a:cubicBezTo>
                      <a:pt x="865" y="1"/>
                      <a:pt x="718" y="29"/>
                      <a:pt x="577" y="89"/>
                    </a:cubicBezTo>
                    <a:cubicBezTo>
                      <a:pt x="1" y="315"/>
                      <a:pt x="185" y="789"/>
                      <a:pt x="412" y="1365"/>
                    </a:cubicBezTo>
                    <a:cubicBezTo>
                      <a:pt x="613" y="1833"/>
                      <a:pt x="787" y="2233"/>
                      <a:pt x="1154" y="2233"/>
                    </a:cubicBezTo>
                    <a:cubicBezTo>
                      <a:pt x="1239" y="2233"/>
                      <a:pt x="1333" y="2212"/>
                      <a:pt x="1441" y="2166"/>
                    </a:cubicBezTo>
                    <a:cubicBezTo>
                      <a:pt x="2017" y="1941"/>
                      <a:pt x="2283" y="1283"/>
                      <a:pt x="2058" y="706"/>
                    </a:cubicBezTo>
                    <a:cubicBezTo>
                      <a:pt x="1886" y="271"/>
                      <a:pt x="1457" y="1"/>
                      <a:pt x="10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0"/>
              <p:cNvSpPr/>
              <p:nvPr/>
            </p:nvSpPr>
            <p:spPr>
              <a:xfrm>
                <a:off x="5934713" y="2784737"/>
                <a:ext cx="46629" cy="42294"/>
              </a:xfrm>
              <a:custGeom>
                <a:avLst/>
                <a:gdLst/>
                <a:ahLst/>
                <a:cxnLst/>
                <a:rect l="l" t="t" r="r" b="b"/>
                <a:pathLst>
                  <a:path w="2162" h="1961" extrusionOk="0">
                    <a:moveTo>
                      <a:pt x="206" y="1"/>
                    </a:moveTo>
                    <a:cubicBezTo>
                      <a:pt x="1" y="269"/>
                      <a:pt x="146" y="659"/>
                      <a:pt x="310" y="1092"/>
                    </a:cubicBezTo>
                    <a:cubicBezTo>
                      <a:pt x="511" y="1560"/>
                      <a:pt x="685" y="1960"/>
                      <a:pt x="1052" y="1960"/>
                    </a:cubicBezTo>
                    <a:cubicBezTo>
                      <a:pt x="1137" y="1960"/>
                      <a:pt x="1231" y="1939"/>
                      <a:pt x="1339" y="1893"/>
                    </a:cubicBezTo>
                    <a:cubicBezTo>
                      <a:pt x="1893" y="1668"/>
                      <a:pt x="2162" y="1051"/>
                      <a:pt x="1976" y="494"/>
                    </a:cubicBezTo>
                    <a:lnTo>
                      <a:pt x="1976" y="494"/>
                    </a:lnTo>
                    <a:cubicBezTo>
                      <a:pt x="1370" y="759"/>
                      <a:pt x="972" y="879"/>
                      <a:pt x="711" y="879"/>
                    </a:cubicBezTo>
                    <a:cubicBezTo>
                      <a:pt x="280" y="879"/>
                      <a:pt x="220" y="552"/>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0"/>
              <p:cNvSpPr/>
              <p:nvPr/>
            </p:nvSpPr>
            <p:spPr>
              <a:xfrm>
                <a:off x="5819349" y="2832099"/>
                <a:ext cx="51503" cy="50360"/>
              </a:xfrm>
              <a:custGeom>
                <a:avLst/>
                <a:gdLst/>
                <a:ahLst/>
                <a:cxnLst/>
                <a:rect l="l" t="t" r="r" b="b"/>
                <a:pathLst>
                  <a:path w="2388" h="2335" extrusionOk="0">
                    <a:moveTo>
                      <a:pt x="1061" y="1"/>
                    </a:moveTo>
                    <a:cubicBezTo>
                      <a:pt x="914" y="1"/>
                      <a:pt x="763" y="29"/>
                      <a:pt x="618" y="89"/>
                    </a:cubicBezTo>
                    <a:cubicBezTo>
                      <a:pt x="1" y="336"/>
                      <a:pt x="187" y="830"/>
                      <a:pt x="434" y="1425"/>
                    </a:cubicBezTo>
                    <a:cubicBezTo>
                      <a:pt x="636" y="1915"/>
                      <a:pt x="824" y="2335"/>
                      <a:pt x="1214" y="2335"/>
                    </a:cubicBezTo>
                    <a:cubicBezTo>
                      <a:pt x="1300" y="2335"/>
                      <a:pt x="1396" y="2314"/>
                      <a:pt x="1504" y="2270"/>
                    </a:cubicBezTo>
                    <a:cubicBezTo>
                      <a:pt x="2099" y="2023"/>
                      <a:pt x="2387" y="1323"/>
                      <a:pt x="2140" y="726"/>
                    </a:cubicBezTo>
                    <a:cubicBezTo>
                      <a:pt x="1954" y="275"/>
                      <a:pt x="1520" y="1"/>
                      <a:pt x="10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0"/>
              <p:cNvSpPr/>
              <p:nvPr/>
            </p:nvSpPr>
            <p:spPr>
              <a:xfrm>
                <a:off x="5821139" y="2838483"/>
                <a:ext cx="49282" cy="48290"/>
              </a:xfrm>
              <a:custGeom>
                <a:avLst/>
                <a:gdLst/>
                <a:ahLst/>
                <a:cxnLst/>
                <a:rect l="l" t="t" r="r" b="b"/>
                <a:pathLst>
                  <a:path w="2285" h="2239" extrusionOk="0">
                    <a:moveTo>
                      <a:pt x="998" y="0"/>
                    </a:moveTo>
                    <a:cubicBezTo>
                      <a:pt x="858" y="0"/>
                      <a:pt x="715" y="26"/>
                      <a:pt x="576" y="81"/>
                    </a:cubicBezTo>
                    <a:cubicBezTo>
                      <a:pt x="0" y="328"/>
                      <a:pt x="165" y="800"/>
                      <a:pt x="412" y="1376"/>
                    </a:cubicBezTo>
                    <a:cubicBezTo>
                      <a:pt x="598" y="1849"/>
                      <a:pt x="770" y="2238"/>
                      <a:pt x="1144" y="2238"/>
                    </a:cubicBezTo>
                    <a:cubicBezTo>
                      <a:pt x="1226" y="2238"/>
                      <a:pt x="1317" y="2220"/>
                      <a:pt x="1421" y="2179"/>
                    </a:cubicBezTo>
                    <a:cubicBezTo>
                      <a:pt x="1997" y="1932"/>
                      <a:pt x="2285" y="1274"/>
                      <a:pt x="2038" y="698"/>
                    </a:cubicBezTo>
                    <a:cubicBezTo>
                      <a:pt x="1865" y="260"/>
                      <a:pt x="1444" y="0"/>
                      <a:pt x="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0"/>
              <p:cNvSpPr/>
              <p:nvPr/>
            </p:nvSpPr>
            <p:spPr>
              <a:xfrm>
                <a:off x="5822907" y="2844651"/>
                <a:ext cx="47060" cy="42121"/>
              </a:xfrm>
              <a:custGeom>
                <a:avLst/>
                <a:gdLst/>
                <a:ahLst/>
                <a:cxnLst/>
                <a:rect l="l" t="t" r="r" b="b"/>
                <a:pathLst>
                  <a:path w="2182" h="1953" extrusionOk="0">
                    <a:moveTo>
                      <a:pt x="228" y="1"/>
                    </a:moveTo>
                    <a:lnTo>
                      <a:pt x="228" y="1"/>
                    </a:lnTo>
                    <a:cubicBezTo>
                      <a:pt x="0" y="267"/>
                      <a:pt x="145" y="638"/>
                      <a:pt x="330" y="1090"/>
                    </a:cubicBezTo>
                    <a:cubicBezTo>
                      <a:pt x="516" y="1563"/>
                      <a:pt x="688" y="1952"/>
                      <a:pt x="1062" y="1952"/>
                    </a:cubicBezTo>
                    <a:cubicBezTo>
                      <a:pt x="1144" y="1952"/>
                      <a:pt x="1235" y="1934"/>
                      <a:pt x="1339" y="1893"/>
                    </a:cubicBezTo>
                    <a:cubicBezTo>
                      <a:pt x="1915" y="1666"/>
                      <a:pt x="2181" y="1029"/>
                      <a:pt x="1975" y="473"/>
                    </a:cubicBezTo>
                    <a:lnTo>
                      <a:pt x="1975" y="473"/>
                    </a:lnTo>
                    <a:cubicBezTo>
                      <a:pt x="1370" y="749"/>
                      <a:pt x="973" y="874"/>
                      <a:pt x="712" y="874"/>
                    </a:cubicBezTo>
                    <a:cubicBezTo>
                      <a:pt x="290" y="874"/>
                      <a:pt x="228" y="547"/>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0"/>
              <p:cNvSpPr/>
              <p:nvPr/>
            </p:nvSpPr>
            <p:spPr>
              <a:xfrm>
                <a:off x="5690677" y="2898657"/>
                <a:ext cx="51503" cy="50791"/>
              </a:xfrm>
              <a:custGeom>
                <a:avLst/>
                <a:gdLst/>
                <a:ahLst/>
                <a:cxnLst/>
                <a:rect l="l" t="t" r="r" b="b"/>
                <a:pathLst>
                  <a:path w="2388" h="2355" extrusionOk="0">
                    <a:moveTo>
                      <a:pt x="1041" y="1"/>
                    </a:moveTo>
                    <a:cubicBezTo>
                      <a:pt x="893" y="1"/>
                      <a:pt x="743" y="29"/>
                      <a:pt x="598" y="89"/>
                    </a:cubicBezTo>
                    <a:cubicBezTo>
                      <a:pt x="1" y="336"/>
                      <a:pt x="187" y="829"/>
                      <a:pt x="434" y="1447"/>
                    </a:cubicBezTo>
                    <a:cubicBezTo>
                      <a:pt x="636" y="1935"/>
                      <a:pt x="811" y="2354"/>
                      <a:pt x="1195" y="2354"/>
                    </a:cubicBezTo>
                    <a:cubicBezTo>
                      <a:pt x="1280" y="2354"/>
                      <a:pt x="1374" y="2334"/>
                      <a:pt x="1482" y="2289"/>
                    </a:cubicBezTo>
                    <a:cubicBezTo>
                      <a:pt x="2099" y="2042"/>
                      <a:pt x="2387" y="1343"/>
                      <a:pt x="2140" y="747"/>
                    </a:cubicBezTo>
                    <a:cubicBezTo>
                      <a:pt x="1953" y="279"/>
                      <a:pt x="1506" y="1"/>
                      <a:pt x="10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0"/>
              <p:cNvSpPr/>
              <p:nvPr/>
            </p:nvSpPr>
            <p:spPr>
              <a:xfrm>
                <a:off x="5692036" y="2905472"/>
                <a:ext cx="49260" cy="48290"/>
              </a:xfrm>
              <a:custGeom>
                <a:avLst/>
                <a:gdLst/>
                <a:ahLst/>
                <a:cxnLst/>
                <a:rect l="l" t="t" r="r" b="b"/>
                <a:pathLst>
                  <a:path w="2284" h="2239" extrusionOk="0">
                    <a:moveTo>
                      <a:pt x="998" y="1"/>
                    </a:moveTo>
                    <a:cubicBezTo>
                      <a:pt x="857" y="1"/>
                      <a:pt x="715" y="27"/>
                      <a:pt x="577" y="81"/>
                    </a:cubicBezTo>
                    <a:cubicBezTo>
                      <a:pt x="1" y="327"/>
                      <a:pt x="185" y="801"/>
                      <a:pt x="412" y="1377"/>
                    </a:cubicBezTo>
                    <a:cubicBezTo>
                      <a:pt x="614" y="1850"/>
                      <a:pt x="789" y="2239"/>
                      <a:pt x="1163" y="2239"/>
                    </a:cubicBezTo>
                    <a:cubicBezTo>
                      <a:pt x="1245" y="2239"/>
                      <a:pt x="1337" y="2220"/>
                      <a:pt x="1441" y="2179"/>
                    </a:cubicBezTo>
                    <a:cubicBezTo>
                      <a:pt x="2017" y="1932"/>
                      <a:pt x="2283" y="1274"/>
                      <a:pt x="2058" y="698"/>
                    </a:cubicBezTo>
                    <a:cubicBezTo>
                      <a:pt x="1870" y="260"/>
                      <a:pt x="1445" y="1"/>
                      <a:pt x="9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0"/>
              <p:cNvSpPr/>
              <p:nvPr/>
            </p:nvSpPr>
            <p:spPr>
              <a:xfrm>
                <a:off x="5694236" y="2911640"/>
                <a:ext cx="46629" cy="42121"/>
              </a:xfrm>
              <a:custGeom>
                <a:avLst/>
                <a:gdLst/>
                <a:ahLst/>
                <a:cxnLst/>
                <a:rect l="l" t="t" r="r" b="b"/>
                <a:pathLst>
                  <a:path w="2162" h="1953" extrusionOk="0">
                    <a:moveTo>
                      <a:pt x="206" y="0"/>
                    </a:moveTo>
                    <a:cubicBezTo>
                      <a:pt x="1" y="247"/>
                      <a:pt x="124" y="639"/>
                      <a:pt x="310" y="1091"/>
                    </a:cubicBezTo>
                    <a:cubicBezTo>
                      <a:pt x="512" y="1564"/>
                      <a:pt x="687" y="1953"/>
                      <a:pt x="1061" y="1953"/>
                    </a:cubicBezTo>
                    <a:cubicBezTo>
                      <a:pt x="1143" y="1953"/>
                      <a:pt x="1235" y="1934"/>
                      <a:pt x="1339" y="1893"/>
                    </a:cubicBezTo>
                    <a:cubicBezTo>
                      <a:pt x="1893" y="1667"/>
                      <a:pt x="2161" y="1029"/>
                      <a:pt x="1956" y="474"/>
                    </a:cubicBezTo>
                    <a:lnTo>
                      <a:pt x="1956" y="474"/>
                    </a:lnTo>
                    <a:cubicBezTo>
                      <a:pt x="1350" y="749"/>
                      <a:pt x="955" y="874"/>
                      <a:pt x="697" y="874"/>
                    </a:cubicBezTo>
                    <a:cubicBezTo>
                      <a:pt x="279" y="874"/>
                      <a:pt x="219" y="547"/>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0"/>
              <p:cNvSpPr/>
              <p:nvPr/>
            </p:nvSpPr>
            <p:spPr>
              <a:xfrm>
                <a:off x="6037224" y="2714082"/>
                <a:ext cx="51503" cy="50403"/>
              </a:xfrm>
              <a:custGeom>
                <a:avLst/>
                <a:gdLst/>
                <a:ahLst/>
                <a:cxnLst/>
                <a:rect l="l" t="t" r="r" b="b"/>
                <a:pathLst>
                  <a:path w="2388" h="2337" extrusionOk="0">
                    <a:moveTo>
                      <a:pt x="1051" y="0"/>
                    </a:moveTo>
                    <a:cubicBezTo>
                      <a:pt x="901" y="0"/>
                      <a:pt x="747" y="29"/>
                      <a:pt x="596" y="89"/>
                    </a:cubicBezTo>
                    <a:cubicBezTo>
                      <a:pt x="1" y="336"/>
                      <a:pt x="185" y="829"/>
                      <a:pt x="432" y="1425"/>
                    </a:cubicBezTo>
                    <a:cubicBezTo>
                      <a:pt x="633" y="1928"/>
                      <a:pt x="807" y="2336"/>
                      <a:pt x="1199" y="2336"/>
                    </a:cubicBezTo>
                    <a:cubicBezTo>
                      <a:pt x="1287" y="2336"/>
                      <a:pt x="1388" y="2315"/>
                      <a:pt x="1502" y="2269"/>
                    </a:cubicBezTo>
                    <a:cubicBezTo>
                      <a:pt x="2099" y="2023"/>
                      <a:pt x="2387" y="1343"/>
                      <a:pt x="2140" y="726"/>
                    </a:cubicBezTo>
                    <a:cubicBezTo>
                      <a:pt x="1953" y="275"/>
                      <a:pt x="1519" y="0"/>
                      <a:pt x="10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40"/>
              <p:cNvSpPr/>
              <p:nvPr/>
            </p:nvSpPr>
            <p:spPr>
              <a:xfrm>
                <a:off x="6038992" y="2720703"/>
                <a:ext cx="49260" cy="48225"/>
              </a:xfrm>
              <a:custGeom>
                <a:avLst/>
                <a:gdLst/>
                <a:ahLst/>
                <a:cxnLst/>
                <a:rect l="l" t="t" r="r" b="b"/>
                <a:pathLst>
                  <a:path w="2284" h="2236" extrusionOk="0">
                    <a:moveTo>
                      <a:pt x="1007" y="1"/>
                    </a:moveTo>
                    <a:cubicBezTo>
                      <a:pt x="864" y="1"/>
                      <a:pt x="718" y="29"/>
                      <a:pt x="577" y="90"/>
                    </a:cubicBezTo>
                    <a:cubicBezTo>
                      <a:pt x="1" y="317"/>
                      <a:pt x="166" y="789"/>
                      <a:pt x="412" y="1365"/>
                    </a:cubicBezTo>
                    <a:cubicBezTo>
                      <a:pt x="596" y="1834"/>
                      <a:pt x="766" y="2235"/>
                      <a:pt x="1134" y="2235"/>
                    </a:cubicBezTo>
                    <a:cubicBezTo>
                      <a:pt x="1218" y="2235"/>
                      <a:pt x="1312" y="2214"/>
                      <a:pt x="1420" y="2168"/>
                    </a:cubicBezTo>
                    <a:cubicBezTo>
                      <a:pt x="1996" y="1941"/>
                      <a:pt x="2284" y="1283"/>
                      <a:pt x="2037" y="707"/>
                    </a:cubicBezTo>
                    <a:cubicBezTo>
                      <a:pt x="1866" y="272"/>
                      <a:pt x="1449" y="1"/>
                      <a:pt x="1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0"/>
              <p:cNvSpPr/>
              <p:nvPr/>
            </p:nvSpPr>
            <p:spPr>
              <a:xfrm>
                <a:off x="6040782" y="2726634"/>
                <a:ext cx="46586" cy="42294"/>
              </a:xfrm>
              <a:custGeom>
                <a:avLst/>
                <a:gdLst/>
                <a:ahLst/>
                <a:cxnLst/>
                <a:rect l="l" t="t" r="r" b="b"/>
                <a:pathLst>
                  <a:path w="2160" h="1961" extrusionOk="0">
                    <a:moveTo>
                      <a:pt x="206" y="1"/>
                    </a:moveTo>
                    <a:lnTo>
                      <a:pt x="206" y="1"/>
                    </a:lnTo>
                    <a:cubicBezTo>
                      <a:pt x="0" y="267"/>
                      <a:pt x="143" y="659"/>
                      <a:pt x="329" y="1090"/>
                    </a:cubicBezTo>
                    <a:cubicBezTo>
                      <a:pt x="513" y="1559"/>
                      <a:pt x="683" y="1960"/>
                      <a:pt x="1051" y="1960"/>
                    </a:cubicBezTo>
                    <a:cubicBezTo>
                      <a:pt x="1135" y="1960"/>
                      <a:pt x="1229" y="1939"/>
                      <a:pt x="1337" y="1893"/>
                    </a:cubicBezTo>
                    <a:cubicBezTo>
                      <a:pt x="1893" y="1666"/>
                      <a:pt x="2160" y="1049"/>
                      <a:pt x="1975" y="473"/>
                    </a:cubicBezTo>
                    <a:lnTo>
                      <a:pt x="1975" y="473"/>
                    </a:lnTo>
                    <a:cubicBezTo>
                      <a:pt x="1362" y="748"/>
                      <a:pt x="962" y="873"/>
                      <a:pt x="701" y="873"/>
                    </a:cubicBezTo>
                    <a:cubicBezTo>
                      <a:pt x="278" y="873"/>
                      <a:pt x="218" y="547"/>
                      <a:pt x="2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46" name="Google Shape;4246;p40"/>
          <p:cNvSpPr/>
          <p:nvPr/>
        </p:nvSpPr>
        <p:spPr>
          <a:xfrm>
            <a:off x="2695575" y="577651"/>
            <a:ext cx="7524750" cy="852425"/>
          </a:xfrm>
          <a:custGeom>
            <a:avLst/>
            <a:gdLst/>
            <a:ahLst/>
            <a:cxnLst/>
            <a:rect l="l" t="t" r="r" b="b"/>
            <a:pathLst>
              <a:path w="300990" h="34097" extrusionOk="0">
                <a:moveTo>
                  <a:pt x="0" y="32520"/>
                </a:moveTo>
                <a:cubicBezTo>
                  <a:pt x="7924" y="35161"/>
                  <a:pt x="18859" y="34616"/>
                  <a:pt x="24765" y="28710"/>
                </a:cubicBezTo>
                <a:cubicBezTo>
                  <a:pt x="31243" y="22232"/>
                  <a:pt x="37345" y="15285"/>
                  <a:pt x="44577" y="9660"/>
                </a:cubicBezTo>
                <a:cubicBezTo>
                  <a:pt x="51934" y="3938"/>
                  <a:pt x="61556" y="578"/>
                  <a:pt x="70866" y="135"/>
                </a:cubicBezTo>
                <a:cubicBezTo>
                  <a:pt x="93542" y="-945"/>
                  <a:pt x="114127" y="15770"/>
                  <a:pt x="136779" y="17280"/>
                </a:cubicBezTo>
                <a:cubicBezTo>
                  <a:pt x="151596" y="18268"/>
                  <a:pt x="166931" y="14015"/>
                  <a:pt x="180213" y="7374"/>
                </a:cubicBezTo>
                <a:cubicBezTo>
                  <a:pt x="184785" y="5088"/>
                  <a:pt x="188887" y="1356"/>
                  <a:pt x="193929" y="516"/>
                </a:cubicBezTo>
                <a:cubicBezTo>
                  <a:pt x="209882" y="-2143"/>
                  <a:pt x="225483" y="7642"/>
                  <a:pt x="241173" y="11565"/>
                </a:cubicBezTo>
                <a:cubicBezTo>
                  <a:pt x="260630" y="16429"/>
                  <a:pt x="281089" y="15554"/>
                  <a:pt x="300990" y="18042"/>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
        <p:nvSpPr>
          <p:cNvPr id="4247" name="Google Shape;4247;p40"/>
          <p:cNvSpPr/>
          <p:nvPr/>
        </p:nvSpPr>
        <p:spPr>
          <a:xfrm>
            <a:off x="928277" y="2335969"/>
            <a:ext cx="3129375" cy="3560000"/>
          </a:xfrm>
          <a:custGeom>
            <a:avLst/>
            <a:gdLst/>
            <a:ahLst/>
            <a:cxnLst/>
            <a:rect l="l" t="t" r="r" b="b"/>
            <a:pathLst>
              <a:path w="125175" h="142400" extrusionOk="0">
                <a:moveTo>
                  <a:pt x="125175" y="12098"/>
                </a:moveTo>
                <a:cubicBezTo>
                  <a:pt x="108411" y="26068"/>
                  <a:pt x="79660" y="31892"/>
                  <a:pt x="60405" y="21623"/>
                </a:cubicBezTo>
                <a:cubicBezTo>
                  <a:pt x="54873" y="18673"/>
                  <a:pt x="57931" y="7034"/>
                  <a:pt x="62691" y="2954"/>
                </a:cubicBezTo>
                <a:cubicBezTo>
                  <a:pt x="67536" y="-1199"/>
                  <a:pt x="79371" y="-1066"/>
                  <a:pt x="81741" y="4859"/>
                </a:cubicBezTo>
                <a:cubicBezTo>
                  <a:pt x="84441" y="11609"/>
                  <a:pt x="78205" y="20786"/>
                  <a:pt x="71835" y="24290"/>
                </a:cubicBezTo>
                <a:cubicBezTo>
                  <a:pt x="65429" y="27813"/>
                  <a:pt x="57961" y="28946"/>
                  <a:pt x="50880" y="30767"/>
                </a:cubicBezTo>
                <a:cubicBezTo>
                  <a:pt x="36012" y="34590"/>
                  <a:pt x="17539" y="32866"/>
                  <a:pt x="6684" y="43721"/>
                </a:cubicBezTo>
                <a:cubicBezTo>
                  <a:pt x="1541" y="48864"/>
                  <a:pt x="-2432" y="59377"/>
                  <a:pt x="2112" y="65057"/>
                </a:cubicBezTo>
                <a:cubicBezTo>
                  <a:pt x="6988" y="71153"/>
                  <a:pt x="16706" y="70627"/>
                  <a:pt x="23829" y="73820"/>
                </a:cubicBezTo>
                <a:cubicBezTo>
                  <a:pt x="27143" y="75306"/>
                  <a:pt x="28734" y="79308"/>
                  <a:pt x="30306" y="82583"/>
                </a:cubicBezTo>
                <a:cubicBezTo>
                  <a:pt x="39052" y="100803"/>
                  <a:pt x="34691" y="128109"/>
                  <a:pt x="20400" y="142400"/>
                </a:cubicBezTo>
              </a:path>
            </a:pathLst>
          </a:custGeom>
          <a:noFill/>
          <a:ln w="19050" cap="flat" cmpd="sng">
            <a:solidFill>
              <a:schemeClr val="accent5"/>
            </a:solidFill>
            <a:prstDash val="dash"/>
            <a:round/>
            <a:headEnd type="none" w="med" len="med"/>
            <a:tailEnd type="none" w="med" len="med"/>
          </a:ln>
        </p:spPr>
        <p:txBody>
          <a:bodyPr/>
          <a:lstStyle/>
          <a:p>
            <a:endParaRPr lang="en-US"/>
          </a:p>
        </p:txBody>
      </p:sp>
    </p:spTree>
    <p:extLst>
      <p:ext uri="{BB962C8B-B14F-4D97-AF65-F5344CB8AC3E}">
        <p14:creationId xmlns:p14="http://schemas.microsoft.com/office/powerpoint/2010/main" val="22462327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16"/>
        <p:cNvGrpSpPr/>
        <p:nvPr/>
      </p:nvGrpSpPr>
      <p:grpSpPr>
        <a:xfrm>
          <a:off x="0" y="0"/>
          <a:ext cx="0" cy="0"/>
          <a:chOff x="0" y="0"/>
          <a:chExt cx="0" cy="0"/>
        </a:xfrm>
      </p:grpSpPr>
      <p:sp>
        <p:nvSpPr>
          <p:cNvPr id="6917" name="Google Shape;6917;p71"/>
          <p:cNvSpPr txBox="1">
            <a:spLocks noGrp="1"/>
          </p:cNvSpPr>
          <p:nvPr>
            <p:ph type="body" idx="1"/>
          </p:nvPr>
        </p:nvSpPr>
        <p:spPr>
          <a:xfrm>
            <a:off x="56653" y="758868"/>
            <a:ext cx="7137537" cy="3723884"/>
          </a:xfrm>
          <a:prstGeom prst="rect">
            <a:avLst/>
          </a:prstGeom>
        </p:spPr>
        <p:txBody>
          <a:bodyPr spcFirstLastPara="1" wrap="square" lIns="91425" tIns="91425" rIns="91425" bIns="91425" anchor="t" anchorCtr="0">
            <a:noAutofit/>
          </a:bodyPr>
          <a:lstStyle/>
          <a:p>
            <a:pPr marL="0" marR="0">
              <a:lnSpc>
                <a:spcPct val="107000"/>
              </a:lnSpc>
              <a:spcBef>
                <a:spcPts val="0"/>
              </a:spcBef>
              <a:spcAft>
                <a:spcPts val="800"/>
              </a:spcAft>
            </a:pP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All in All, the development of this Airline Management System marks a significant stride in improving the efficiency and organization of airline operations. The program employs a linked list data structure to adeptly manage passenger details, fostering smooth interactions between passengers and managers. Through a menu-driven approach, the system accommodates a range of functionalities for both passengers and managers, including ticket purchasing, upgrades or downgrades, and comprehensive searches. The modular and readable code structure, coupled with effective error handling, contributes to a user-friendly experience. As the program leverages dynamic memory allocation and tailored algorithms, it exemplifies the potential of innovative solutions in simplifying and enhancing the management of airline services.</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918" name="Google Shape;6918;p71"/>
          <p:cNvSpPr txBox="1">
            <a:spLocks noGrp="1"/>
          </p:cNvSpPr>
          <p:nvPr>
            <p:ph type="title"/>
          </p:nvPr>
        </p:nvSpPr>
        <p:spPr>
          <a:xfrm>
            <a:off x="439157" y="179331"/>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a:t>
            </a:r>
            <a:endParaRPr dirty="0"/>
          </a:p>
        </p:txBody>
      </p:sp>
      <p:sp>
        <p:nvSpPr>
          <p:cNvPr id="6919" name="Google Shape;6919;p71"/>
          <p:cNvSpPr/>
          <p:nvPr/>
        </p:nvSpPr>
        <p:spPr>
          <a:xfrm>
            <a:off x="4272597" y="4270470"/>
            <a:ext cx="928550" cy="328975"/>
          </a:xfrm>
          <a:custGeom>
            <a:avLst/>
            <a:gdLst/>
            <a:ahLst/>
            <a:cxnLst/>
            <a:rect l="l" t="t" r="r" b="b"/>
            <a:pathLst>
              <a:path w="37142" h="13159" extrusionOk="0">
                <a:moveTo>
                  <a:pt x="19360" y="1"/>
                </a:moveTo>
                <a:cubicBezTo>
                  <a:pt x="13555" y="1"/>
                  <a:pt x="12364" y="5614"/>
                  <a:pt x="12364" y="5614"/>
                </a:cubicBezTo>
                <a:cubicBezTo>
                  <a:pt x="12364" y="5614"/>
                  <a:pt x="10978" y="3935"/>
                  <a:pt x="8946" y="3935"/>
                </a:cubicBezTo>
                <a:cubicBezTo>
                  <a:pt x="8164" y="3935"/>
                  <a:pt x="7286" y="4184"/>
                  <a:pt x="6355" y="4872"/>
                </a:cubicBezTo>
                <a:cubicBezTo>
                  <a:pt x="4292" y="6390"/>
                  <a:pt x="4490" y="8948"/>
                  <a:pt x="4490" y="8948"/>
                </a:cubicBezTo>
                <a:cubicBezTo>
                  <a:pt x="4490" y="8948"/>
                  <a:pt x="4393" y="8942"/>
                  <a:pt x="4229" y="8942"/>
                </a:cubicBezTo>
                <a:cubicBezTo>
                  <a:pt x="3453" y="8942"/>
                  <a:pt x="1182" y="9077"/>
                  <a:pt x="529" y="10616"/>
                </a:cubicBezTo>
                <a:cubicBezTo>
                  <a:pt x="0" y="11820"/>
                  <a:pt x="974" y="13158"/>
                  <a:pt x="2294" y="13158"/>
                </a:cubicBezTo>
                <a:lnTo>
                  <a:pt x="33130" y="13158"/>
                </a:lnTo>
                <a:cubicBezTo>
                  <a:pt x="34071" y="13158"/>
                  <a:pt x="35012" y="12877"/>
                  <a:pt x="35738" y="12283"/>
                </a:cubicBezTo>
                <a:cubicBezTo>
                  <a:pt x="36530" y="11640"/>
                  <a:pt x="37142" y="10599"/>
                  <a:pt x="36497" y="8948"/>
                </a:cubicBezTo>
                <a:cubicBezTo>
                  <a:pt x="35793" y="7160"/>
                  <a:pt x="34566" y="6676"/>
                  <a:pt x="33445" y="6676"/>
                </a:cubicBezTo>
                <a:cubicBezTo>
                  <a:pt x="32125" y="6676"/>
                  <a:pt x="30951" y="7348"/>
                  <a:pt x="30951" y="7348"/>
                </a:cubicBezTo>
                <a:cubicBezTo>
                  <a:pt x="30951" y="7348"/>
                  <a:pt x="30332" y="5064"/>
                  <a:pt x="28227" y="5064"/>
                </a:cubicBezTo>
                <a:cubicBezTo>
                  <a:pt x="27647" y="5064"/>
                  <a:pt x="26954" y="5238"/>
                  <a:pt x="26131" y="5680"/>
                </a:cubicBezTo>
                <a:cubicBezTo>
                  <a:pt x="26131" y="5680"/>
                  <a:pt x="25338" y="67"/>
                  <a:pt x="19462" y="1"/>
                </a:cubicBezTo>
                <a:cubicBezTo>
                  <a:pt x="19428" y="1"/>
                  <a:pt x="19394" y="1"/>
                  <a:pt x="193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20" name="Google Shape;6920;p71"/>
          <p:cNvGrpSpPr/>
          <p:nvPr/>
        </p:nvGrpSpPr>
        <p:grpSpPr>
          <a:xfrm>
            <a:off x="7301929" y="664193"/>
            <a:ext cx="1977098" cy="625405"/>
            <a:chOff x="2328050" y="103675"/>
            <a:chExt cx="3581700" cy="1132775"/>
          </a:xfrm>
        </p:grpSpPr>
        <p:sp>
          <p:nvSpPr>
            <p:cNvPr id="6921" name="Google Shape;6921;p71"/>
            <p:cNvSpPr/>
            <p:nvPr/>
          </p:nvSpPr>
          <p:spPr>
            <a:xfrm>
              <a:off x="2328050" y="166825"/>
              <a:ext cx="3520625" cy="1069625"/>
            </a:xfrm>
            <a:custGeom>
              <a:avLst/>
              <a:gdLst/>
              <a:ahLst/>
              <a:cxnLst/>
              <a:rect l="l" t="t" r="r" b="b"/>
              <a:pathLst>
                <a:path w="140825" h="42785" extrusionOk="0">
                  <a:moveTo>
                    <a:pt x="5930" y="1"/>
                  </a:moveTo>
                  <a:cubicBezTo>
                    <a:pt x="5453" y="1"/>
                    <a:pt x="4971" y="58"/>
                    <a:pt x="4491" y="174"/>
                  </a:cubicBezTo>
                  <a:lnTo>
                    <a:pt x="2972" y="537"/>
                  </a:lnTo>
                  <a:cubicBezTo>
                    <a:pt x="1255" y="967"/>
                    <a:pt x="215" y="3146"/>
                    <a:pt x="826" y="5076"/>
                  </a:cubicBezTo>
                  <a:lnTo>
                    <a:pt x="3881" y="14866"/>
                  </a:lnTo>
                  <a:lnTo>
                    <a:pt x="4310" y="16252"/>
                  </a:lnTo>
                  <a:lnTo>
                    <a:pt x="8866" y="30794"/>
                  </a:lnTo>
                  <a:cubicBezTo>
                    <a:pt x="6703" y="31488"/>
                    <a:pt x="4524" y="32198"/>
                    <a:pt x="2494" y="32841"/>
                  </a:cubicBezTo>
                  <a:cubicBezTo>
                    <a:pt x="17" y="33633"/>
                    <a:pt x="1" y="37859"/>
                    <a:pt x="2477" y="38438"/>
                  </a:cubicBezTo>
                  <a:cubicBezTo>
                    <a:pt x="5118" y="39048"/>
                    <a:pt x="8205" y="39708"/>
                    <a:pt x="11573" y="40320"/>
                  </a:cubicBezTo>
                  <a:cubicBezTo>
                    <a:pt x="11639" y="40335"/>
                    <a:pt x="11705" y="40335"/>
                    <a:pt x="11771" y="40353"/>
                  </a:cubicBezTo>
                  <a:cubicBezTo>
                    <a:pt x="13191" y="40617"/>
                    <a:pt x="14659" y="40864"/>
                    <a:pt x="16178" y="41095"/>
                  </a:cubicBezTo>
                  <a:cubicBezTo>
                    <a:pt x="16244" y="41095"/>
                    <a:pt x="16310" y="41112"/>
                    <a:pt x="16393" y="41128"/>
                  </a:cubicBezTo>
                  <a:cubicBezTo>
                    <a:pt x="17119" y="41227"/>
                    <a:pt x="17862" y="41343"/>
                    <a:pt x="18605" y="41442"/>
                  </a:cubicBezTo>
                  <a:lnTo>
                    <a:pt x="18902" y="41491"/>
                  </a:lnTo>
                  <a:cubicBezTo>
                    <a:pt x="20421" y="41689"/>
                    <a:pt x="21955" y="41887"/>
                    <a:pt x="23507" y="42052"/>
                  </a:cubicBezTo>
                  <a:cubicBezTo>
                    <a:pt x="23639" y="42069"/>
                    <a:pt x="23755" y="42069"/>
                    <a:pt x="23887" y="42085"/>
                  </a:cubicBezTo>
                  <a:cubicBezTo>
                    <a:pt x="24647" y="42168"/>
                    <a:pt x="25406" y="42234"/>
                    <a:pt x="26165" y="42300"/>
                  </a:cubicBezTo>
                  <a:cubicBezTo>
                    <a:pt x="26280" y="42316"/>
                    <a:pt x="26396" y="42333"/>
                    <a:pt x="26511" y="42333"/>
                  </a:cubicBezTo>
                  <a:cubicBezTo>
                    <a:pt x="27255" y="42399"/>
                    <a:pt x="27997" y="42448"/>
                    <a:pt x="28740" y="42498"/>
                  </a:cubicBezTo>
                  <a:cubicBezTo>
                    <a:pt x="28806" y="42514"/>
                    <a:pt x="28855" y="42514"/>
                    <a:pt x="28905" y="42514"/>
                  </a:cubicBezTo>
                  <a:cubicBezTo>
                    <a:pt x="29681" y="42564"/>
                    <a:pt x="30457" y="42613"/>
                    <a:pt x="31232" y="42646"/>
                  </a:cubicBezTo>
                  <a:cubicBezTo>
                    <a:pt x="31382" y="42646"/>
                    <a:pt x="31529" y="42664"/>
                    <a:pt x="31679" y="42664"/>
                  </a:cubicBezTo>
                  <a:cubicBezTo>
                    <a:pt x="32438" y="42697"/>
                    <a:pt x="33197" y="42730"/>
                    <a:pt x="33973" y="42730"/>
                  </a:cubicBezTo>
                  <a:cubicBezTo>
                    <a:pt x="34072" y="42745"/>
                    <a:pt x="34188" y="42745"/>
                    <a:pt x="34287" y="42745"/>
                  </a:cubicBezTo>
                  <a:cubicBezTo>
                    <a:pt x="35013" y="42763"/>
                    <a:pt x="35722" y="42763"/>
                    <a:pt x="36433" y="42763"/>
                  </a:cubicBezTo>
                  <a:lnTo>
                    <a:pt x="36763" y="42763"/>
                  </a:lnTo>
                  <a:cubicBezTo>
                    <a:pt x="37522" y="42745"/>
                    <a:pt x="38282" y="42730"/>
                    <a:pt x="39024" y="42712"/>
                  </a:cubicBezTo>
                  <a:cubicBezTo>
                    <a:pt x="39189" y="42712"/>
                    <a:pt x="39338" y="42697"/>
                    <a:pt x="39503" y="42697"/>
                  </a:cubicBezTo>
                  <a:cubicBezTo>
                    <a:pt x="40262" y="42664"/>
                    <a:pt x="41005" y="42631"/>
                    <a:pt x="41764" y="42580"/>
                  </a:cubicBezTo>
                  <a:cubicBezTo>
                    <a:pt x="41830" y="42580"/>
                    <a:pt x="41896" y="42564"/>
                    <a:pt x="41962" y="42564"/>
                  </a:cubicBezTo>
                  <a:cubicBezTo>
                    <a:pt x="42672" y="42514"/>
                    <a:pt x="43382" y="42465"/>
                    <a:pt x="44092" y="42382"/>
                  </a:cubicBezTo>
                  <a:cubicBezTo>
                    <a:pt x="44224" y="42382"/>
                    <a:pt x="44356" y="42366"/>
                    <a:pt x="44488" y="42349"/>
                  </a:cubicBezTo>
                  <a:cubicBezTo>
                    <a:pt x="45215" y="42283"/>
                    <a:pt x="45941" y="42184"/>
                    <a:pt x="46650" y="42085"/>
                  </a:cubicBezTo>
                  <a:cubicBezTo>
                    <a:pt x="46799" y="42069"/>
                    <a:pt x="46931" y="42052"/>
                    <a:pt x="47079" y="42036"/>
                  </a:cubicBezTo>
                  <a:cubicBezTo>
                    <a:pt x="47823" y="41920"/>
                    <a:pt x="48549" y="41805"/>
                    <a:pt x="49275" y="41673"/>
                  </a:cubicBezTo>
                  <a:cubicBezTo>
                    <a:pt x="54838" y="40666"/>
                    <a:pt x="61870" y="39362"/>
                    <a:pt x="69381" y="37958"/>
                  </a:cubicBezTo>
                  <a:cubicBezTo>
                    <a:pt x="70883" y="37678"/>
                    <a:pt x="72401" y="37397"/>
                    <a:pt x="73937" y="37100"/>
                  </a:cubicBezTo>
                  <a:cubicBezTo>
                    <a:pt x="74778" y="36952"/>
                    <a:pt x="75621" y="36787"/>
                    <a:pt x="76462" y="36638"/>
                  </a:cubicBezTo>
                  <a:cubicBezTo>
                    <a:pt x="76462" y="37001"/>
                    <a:pt x="76495" y="37364"/>
                    <a:pt x="76545" y="37744"/>
                  </a:cubicBezTo>
                  <a:cubicBezTo>
                    <a:pt x="77045" y="40774"/>
                    <a:pt x="79231" y="42785"/>
                    <a:pt x="81675" y="42785"/>
                  </a:cubicBezTo>
                  <a:cubicBezTo>
                    <a:pt x="82214" y="42785"/>
                    <a:pt x="82765" y="42687"/>
                    <a:pt x="83313" y="42481"/>
                  </a:cubicBezTo>
                  <a:lnTo>
                    <a:pt x="97146" y="37397"/>
                  </a:lnTo>
                  <a:lnTo>
                    <a:pt x="97030" y="36424"/>
                  </a:lnTo>
                  <a:lnTo>
                    <a:pt x="98896" y="35896"/>
                  </a:lnTo>
                  <a:lnTo>
                    <a:pt x="98500" y="32495"/>
                  </a:lnTo>
                  <a:cubicBezTo>
                    <a:pt x="101718" y="31901"/>
                    <a:pt x="104773" y="31323"/>
                    <a:pt x="107562" y="30794"/>
                  </a:cubicBezTo>
                  <a:cubicBezTo>
                    <a:pt x="108387" y="30629"/>
                    <a:pt x="109179" y="30481"/>
                    <a:pt x="109956" y="30332"/>
                  </a:cubicBezTo>
                  <a:cubicBezTo>
                    <a:pt x="111904" y="29969"/>
                    <a:pt x="113686" y="29639"/>
                    <a:pt x="115287" y="29342"/>
                  </a:cubicBezTo>
                  <a:cubicBezTo>
                    <a:pt x="116244" y="29161"/>
                    <a:pt x="117136" y="28979"/>
                    <a:pt x="117945" y="28831"/>
                  </a:cubicBezTo>
                  <a:cubicBezTo>
                    <a:pt x="118275" y="28765"/>
                    <a:pt x="118573" y="28714"/>
                    <a:pt x="118870" y="28648"/>
                  </a:cubicBezTo>
                  <a:cubicBezTo>
                    <a:pt x="119332" y="28566"/>
                    <a:pt x="119761" y="28483"/>
                    <a:pt x="120140" y="28417"/>
                  </a:cubicBezTo>
                  <a:cubicBezTo>
                    <a:pt x="122319" y="28005"/>
                    <a:pt x="123558" y="27774"/>
                    <a:pt x="123558" y="27774"/>
                  </a:cubicBezTo>
                  <a:cubicBezTo>
                    <a:pt x="123558" y="27774"/>
                    <a:pt x="128460" y="26751"/>
                    <a:pt x="133396" y="24522"/>
                  </a:cubicBezTo>
                  <a:cubicBezTo>
                    <a:pt x="133825" y="24324"/>
                    <a:pt x="134254" y="24125"/>
                    <a:pt x="134684" y="23911"/>
                  </a:cubicBezTo>
                  <a:cubicBezTo>
                    <a:pt x="134897" y="23795"/>
                    <a:pt x="135113" y="23696"/>
                    <a:pt x="135327" y="23581"/>
                  </a:cubicBezTo>
                  <a:cubicBezTo>
                    <a:pt x="136598" y="22921"/>
                    <a:pt x="137820" y="22162"/>
                    <a:pt x="138925" y="21319"/>
                  </a:cubicBezTo>
                  <a:cubicBezTo>
                    <a:pt x="139123" y="21171"/>
                    <a:pt x="139306" y="20989"/>
                    <a:pt x="139471" y="20808"/>
                  </a:cubicBezTo>
                  <a:cubicBezTo>
                    <a:pt x="139519" y="20758"/>
                    <a:pt x="139553" y="20725"/>
                    <a:pt x="139586" y="20676"/>
                  </a:cubicBezTo>
                  <a:cubicBezTo>
                    <a:pt x="139751" y="20478"/>
                    <a:pt x="139900" y="20280"/>
                    <a:pt x="140032" y="20082"/>
                  </a:cubicBezTo>
                  <a:cubicBezTo>
                    <a:pt x="140032" y="20065"/>
                    <a:pt x="140032" y="20065"/>
                    <a:pt x="140048" y="20049"/>
                  </a:cubicBezTo>
                  <a:cubicBezTo>
                    <a:pt x="140164" y="19851"/>
                    <a:pt x="140279" y="19620"/>
                    <a:pt x="140378" y="19404"/>
                  </a:cubicBezTo>
                  <a:lnTo>
                    <a:pt x="140428" y="19256"/>
                  </a:lnTo>
                  <a:cubicBezTo>
                    <a:pt x="140527" y="19008"/>
                    <a:pt x="140609" y="18777"/>
                    <a:pt x="140659" y="18530"/>
                  </a:cubicBezTo>
                  <a:lnTo>
                    <a:pt x="140659" y="18513"/>
                  </a:lnTo>
                  <a:cubicBezTo>
                    <a:pt x="140725" y="18266"/>
                    <a:pt x="140758" y="18002"/>
                    <a:pt x="140774" y="17754"/>
                  </a:cubicBezTo>
                  <a:cubicBezTo>
                    <a:pt x="140774" y="17721"/>
                    <a:pt x="140791" y="17672"/>
                    <a:pt x="140791" y="17639"/>
                  </a:cubicBezTo>
                  <a:cubicBezTo>
                    <a:pt x="140824" y="17111"/>
                    <a:pt x="140791" y="16582"/>
                    <a:pt x="140675" y="16070"/>
                  </a:cubicBezTo>
                  <a:cubicBezTo>
                    <a:pt x="140675" y="16037"/>
                    <a:pt x="140675" y="16004"/>
                    <a:pt x="140659" y="15971"/>
                  </a:cubicBezTo>
                  <a:cubicBezTo>
                    <a:pt x="140609" y="15724"/>
                    <a:pt x="140527" y="15460"/>
                    <a:pt x="140428" y="15229"/>
                  </a:cubicBezTo>
                  <a:cubicBezTo>
                    <a:pt x="140164" y="14568"/>
                    <a:pt x="139768" y="13974"/>
                    <a:pt x="139240" y="13512"/>
                  </a:cubicBezTo>
                  <a:cubicBezTo>
                    <a:pt x="137803" y="12273"/>
                    <a:pt x="135872" y="10920"/>
                    <a:pt x="133412" y="9781"/>
                  </a:cubicBezTo>
                  <a:cubicBezTo>
                    <a:pt x="133363" y="9748"/>
                    <a:pt x="133297" y="9715"/>
                    <a:pt x="133231" y="9682"/>
                  </a:cubicBezTo>
                  <a:cubicBezTo>
                    <a:pt x="132901" y="9533"/>
                    <a:pt x="132553" y="9385"/>
                    <a:pt x="132190" y="9236"/>
                  </a:cubicBezTo>
                  <a:cubicBezTo>
                    <a:pt x="132042" y="9170"/>
                    <a:pt x="131893" y="9121"/>
                    <a:pt x="131745" y="9055"/>
                  </a:cubicBezTo>
                  <a:cubicBezTo>
                    <a:pt x="131448" y="8939"/>
                    <a:pt x="131151" y="8824"/>
                    <a:pt x="130837" y="8725"/>
                  </a:cubicBezTo>
                  <a:cubicBezTo>
                    <a:pt x="130557" y="8626"/>
                    <a:pt x="130275" y="8543"/>
                    <a:pt x="129996" y="8461"/>
                  </a:cubicBezTo>
                  <a:cubicBezTo>
                    <a:pt x="127352" y="7630"/>
                    <a:pt x="124251" y="7092"/>
                    <a:pt x="120653" y="7092"/>
                  </a:cubicBezTo>
                  <a:cubicBezTo>
                    <a:pt x="118028" y="7092"/>
                    <a:pt x="115138" y="7379"/>
                    <a:pt x="111970" y="8048"/>
                  </a:cubicBezTo>
                  <a:cubicBezTo>
                    <a:pt x="94620" y="11696"/>
                    <a:pt x="52329" y="19554"/>
                    <a:pt x="31382" y="24143"/>
                  </a:cubicBezTo>
                  <a:lnTo>
                    <a:pt x="23507" y="15806"/>
                  </a:lnTo>
                  <a:lnTo>
                    <a:pt x="15947" y="7801"/>
                  </a:lnTo>
                  <a:lnTo>
                    <a:pt x="10499" y="2039"/>
                  </a:lnTo>
                  <a:cubicBezTo>
                    <a:pt x="9238" y="714"/>
                    <a:pt x="7616" y="1"/>
                    <a:pt x="5930" y="1"/>
                  </a:cubicBez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2" name="Google Shape;6922;p71"/>
            <p:cNvSpPr/>
            <p:nvPr/>
          </p:nvSpPr>
          <p:spPr>
            <a:xfrm>
              <a:off x="2378825" y="103675"/>
              <a:ext cx="803500" cy="828500"/>
            </a:xfrm>
            <a:custGeom>
              <a:avLst/>
              <a:gdLst/>
              <a:ahLst/>
              <a:cxnLst/>
              <a:rect l="l" t="t" r="r" b="b"/>
              <a:pathLst>
                <a:path w="32140" h="33140" extrusionOk="0">
                  <a:moveTo>
                    <a:pt x="5706" y="1"/>
                  </a:moveTo>
                  <a:cubicBezTo>
                    <a:pt x="5231" y="1"/>
                    <a:pt x="4752" y="58"/>
                    <a:pt x="4275" y="174"/>
                  </a:cubicBezTo>
                  <a:lnTo>
                    <a:pt x="2741" y="554"/>
                  </a:lnTo>
                  <a:cubicBezTo>
                    <a:pt x="1024" y="966"/>
                    <a:pt x="1" y="3163"/>
                    <a:pt x="595" y="5093"/>
                  </a:cubicBezTo>
                  <a:lnTo>
                    <a:pt x="9377" y="33139"/>
                  </a:lnTo>
                  <a:lnTo>
                    <a:pt x="32140" y="25199"/>
                  </a:lnTo>
                  <a:lnTo>
                    <a:pt x="10284" y="2056"/>
                  </a:lnTo>
                  <a:cubicBezTo>
                    <a:pt x="9023" y="717"/>
                    <a:pt x="7390" y="1"/>
                    <a:pt x="5706" y="1"/>
                  </a:cubicBezTo>
                  <a:close/>
                </a:path>
              </a:pathLst>
            </a:custGeom>
            <a:solidFill>
              <a:schemeClr val="accent3">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3" name="Google Shape;6923;p71"/>
            <p:cNvSpPr/>
            <p:nvPr/>
          </p:nvSpPr>
          <p:spPr>
            <a:xfrm>
              <a:off x="2470450" y="299100"/>
              <a:ext cx="490275" cy="382550"/>
            </a:xfrm>
            <a:custGeom>
              <a:avLst/>
              <a:gdLst/>
              <a:ahLst/>
              <a:cxnLst/>
              <a:rect l="l" t="t" r="r" b="b"/>
              <a:pathLst>
                <a:path w="19611" h="15302" extrusionOk="0">
                  <a:moveTo>
                    <a:pt x="12051" y="1"/>
                  </a:moveTo>
                  <a:lnTo>
                    <a:pt x="0" y="7066"/>
                  </a:lnTo>
                  <a:lnTo>
                    <a:pt x="2575" y="15302"/>
                  </a:lnTo>
                  <a:lnTo>
                    <a:pt x="19611" y="8006"/>
                  </a:lnTo>
                  <a:lnTo>
                    <a:pt x="12051" y="1"/>
                  </a:lnTo>
                  <a:close/>
                </a:path>
              </a:pathLst>
            </a:custGeom>
            <a:solidFill>
              <a:schemeClr val="accent3">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4" name="Google Shape;6924;p71"/>
            <p:cNvSpPr/>
            <p:nvPr/>
          </p:nvSpPr>
          <p:spPr>
            <a:xfrm>
              <a:off x="2373450" y="281000"/>
              <a:ext cx="3536300" cy="891850"/>
            </a:xfrm>
            <a:custGeom>
              <a:avLst/>
              <a:gdLst/>
              <a:ahLst/>
              <a:cxnLst/>
              <a:rect l="l" t="t" r="r" b="b"/>
              <a:pathLst>
                <a:path w="141452" h="35674" extrusionOk="0">
                  <a:moveTo>
                    <a:pt x="120669" y="1"/>
                  </a:moveTo>
                  <a:cubicBezTo>
                    <a:pt x="118039" y="1"/>
                    <a:pt x="115144" y="287"/>
                    <a:pt x="111969" y="956"/>
                  </a:cubicBezTo>
                  <a:cubicBezTo>
                    <a:pt x="89932" y="5593"/>
                    <a:pt x="27717" y="17016"/>
                    <a:pt x="19974" y="19906"/>
                  </a:cubicBezTo>
                  <a:cubicBezTo>
                    <a:pt x="15880" y="21440"/>
                    <a:pt x="8518" y="23834"/>
                    <a:pt x="2494" y="25749"/>
                  </a:cubicBezTo>
                  <a:cubicBezTo>
                    <a:pt x="18" y="26542"/>
                    <a:pt x="1" y="30783"/>
                    <a:pt x="2461" y="31344"/>
                  </a:cubicBezTo>
                  <a:cubicBezTo>
                    <a:pt x="10907" y="33305"/>
                    <a:pt x="23700" y="35673"/>
                    <a:pt x="36099" y="35673"/>
                  </a:cubicBezTo>
                  <a:cubicBezTo>
                    <a:pt x="40614" y="35673"/>
                    <a:pt x="45077" y="35359"/>
                    <a:pt x="49258" y="34597"/>
                  </a:cubicBezTo>
                  <a:cubicBezTo>
                    <a:pt x="73012" y="30255"/>
                    <a:pt x="123540" y="20681"/>
                    <a:pt x="123540" y="20681"/>
                  </a:cubicBezTo>
                  <a:cubicBezTo>
                    <a:pt x="123540" y="20681"/>
                    <a:pt x="133048" y="18717"/>
                    <a:pt x="138909" y="14243"/>
                  </a:cubicBezTo>
                  <a:cubicBezTo>
                    <a:pt x="141302" y="12412"/>
                    <a:pt x="141451" y="8351"/>
                    <a:pt x="139239" y="6436"/>
                  </a:cubicBezTo>
                  <a:cubicBezTo>
                    <a:pt x="135897" y="3543"/>
                    <a:pt x="129923" y="1"/>
                    <a:pt x="120669" y="1"/>
                  </a:cubicBezTo>
                  <a:close/>
                </a:path>
              </a:pathLst>
            </a:custGeom>
            <a:solidFill>
              <a:schemeClr val="accent3">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5" name="Google Shape;6925;p71"/>
            <p:cNvSpPr/>
            <p:nvPr/>
          </p:nvSpPr>
          <p:spPr>
            <a:xfrm>
              <a:off x="3624300" y="705175"/>
              <a:ext cx="81300" cy="145275"/>
            </a:xfrm>
            <a:custGeom>
              <a:avLst/>
              <a:gdLst/>
              <a:ahLst/>
              <a:cxnLst/>
              <a:rect l="l" t="t" r="r" b="b"/>
              <a:pathLst>
                <a:path w="3252" h="5811" extrusionOk="0">
                  <a:moveTo>
                    <a:pt x="2723" y="0"/>
                  </a:moveTo>
                  <a:lnTo>
                    <a:pt x="0" y="529"/>
                  </a:lnTo>
                  <a:lnTo>
                    <a:pt x="529" y="5811"/>
                  </a:lnTo>
                  <a:lnTo>
                    <a:pt x="3252" y="5299"/>
                  </a:lnTo>
                  <a:lnTo>
                    <a:pt x="27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6" name="Google Shape;6926;p71"/>
            <p:cNvSpPr/>
            <p:nvPr/>
          </p:nvSpPr>
          <p:spPr>
            <a:xfrm>
              <a:off x="3782775" y="671725"/>
              <a:ext cx="81300" cy="145300"/>
            </a:xfrm>
            <a:custGeom>
              <a:avLst/>
              <a:gdLst/>
              <a:ahLst/>
              <a:cxnLst/>
              <a:rect l="l" t="t" r="r" b="b"/>
              <a:pathLst>
                <a:path w="3252" h="5812" extrusionOk="0">
                  <a:moveTo>
                    <a:pt x="2723" y="1"/>
                  </a:moveTo>
                  <a:lnTo>
                    <a:pt x="0" y="529"/>
                  </a:lnTo>
                  <a:lnTo>
                    <a:pt x="528" y="5811"/>
                  </a:lnTo>
                  <a:lnTo>
                    <a:pt x="3251" y="5300"/>
                  </a:lnTo>
                  <a:lnTo>
                    <a:pt x="27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7" name="Google Shape;6927;p71"/>
            <p:cNvSpPr/>
            <p:nvPr/>
          </p:nvSpPr>
          <p:spPr>
            <a:xfrm>
              <a:off x="3939575" y="645325"/>
              <a:ext cx="80925" cy="145275"/>
            </a:xfrm>
            <a:custGeom>
              <a:avLst/>
              <a:gdLst/>
              <a:ahLst/>
              <a:cxnLst/>
              <a:rect l="l" t="t" r="r" b="b"/>
              <a:pathLst>
                <a:path w="3237" h="5811" extrusionOk="0">
                  <a:moveTo>
                    <a:pt x="2708" y="0"/>
                  </a:moveTo>
                  <a:lnTo>
                    <a:pt x="1" y="529"/>
                  </a:lnTo>
                  <a:lnTo>
                    <a:pt x="529" y="5811"/>
                  </a:lnTo>
                  <a:lnTo>
                    <a:pt x="3236" y="5283"/>
                  </a:lnTo>
                  <a:lnTo>
                    <a:pt x="27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8" name="Google Shape;6928;p71"/>
            <p:cNvSpPr/>
            <p:nvPr/>
          </p:nvSpPr>
          <p:spPr>
            <a:xfrm>
              <a:off x="4098050" y="611900"/>
              <a:ext cx="80925" cy="145300"/>
            </a:xfrm>
            <a:custGeom>
              <a:avLst/>
              <a:gdLst/>
              <a:ahLst/>
              <a:cxnLst/>
              <a:rect l="l" t="t" r="r" b="b"/>
              <a:pathLst>
                <a:path w="3237" h="5812" extrusionOk="0">
                  <a:moveTo>
                    <a:pt x="2708" y="1"/>
                  </a:moveTo>
                  <a:lnTo>
                    <a:pt x="1" y="529"/>
                  </a:lnTo>
                  <a:lnTo>
                    <a:pt x="512" y="5811"/>
                  </a:lnTo>
                  <a:lnTo>
                    <a:pt x="3236" y="5283"/>
                  </a:lnTo>
                  <a:lnTo>
                    <a:pt x="270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9" name="Google Shape;6929;p71"/>
            <p:cNvSpPr/>
            <p:nvPr/>
          </p:nvSpPr>
          <p:spPr>
            <a:xfrm>
              <a:off x="4255275" y="587550"/>
              <a:ext cx="80900" cy="145275"/>
            </a:xfrm>
            <a:custGeom>
              <a:avLst/>
              <a:gdLst/>
              <a:ahLst/>
              <a:cxnLst/>
              <a:rect l="l" t="t" r="r" b="b"/>
              <a:pathLst>
                <a:path w="3236" h="5811" extrusionOk="0">
                  <a:moveTo>
                    <a:pt x="2707" y="0"/>
                  </a:moveTo>
                  <a:lnTo>
                    <a:pt x="0" y="529"/>
                  </a:lnTo>
                  <a:lnTo>
                    <a:pt x="529" y="5811"/>
                  </a:lnTo>
                  <a:lnTo>
                    <a:pt x="3236" y="5300"/>
                  </a:lnTo>
                  <a:lnTo>
                    <a:pt x="27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0" name="Google Shape;6930;p71"/>
            <p:cNvSpPr/>
            <p:nvPr/>
          </p:nvSpPr>
          <p:spPr>
            <a:xfrm>
              <a:off x="4413750" y="554525"/>
              <a:ext cx="80900" cy="144900"/>
            </a:xfrm>
            <a:custGeom>
              <a:avLst/>
              <a:gdLst/>
              <a:ahLst/>
              <a:cxnLst/>
              <a:rect l="l" t="t" r="r" b="b"/>
              <a:pathLst>
                <a:path w="3236" h="5796" extrusionOk="0">
                  <a:moveTo>
                    <a:pt x="2707" y="1"/>
                  </a:moveTo>
                  <a:lnTo>
                    <a:pt x="0" y="513"/>
                  </a:lnTo>
                  <a:lnTo>
                    <a:pt x="528" y="5795"/>
                  </a:lnTo>
                  <a:lnTo>
                    <a:pt x="3235" y="5283"/>
                  </a:lnTo>
                  <a:lnTo>
                    <a:pt x="270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1" name="Google Shape;6931;p71"/>
            <p:cNvSpPr/>
            <p:nvPr/>
          </p:nvSpPr>
          <p:spPr>
            <a:xfrm>
              <a:off x="4566850" y="528950"/>
              <a:ext cx="81325" cy="145275"/>
            </a:xfrm>
            <a:custGeom>
              <a:avLst/>
              <a:gdLst/>
              <a:ahLst/>
              <a:cxnLst/>
              <a:rect l="l" t="t" r="r" b="b"/>
              <a:pathLst>
                <a:path w="3253" h="5811" extrusionOk="0">
                  <a:moveTo>
                    <a:pt x="2724" y="0"/>
                  </a:moveTo>
                  <a:lnTo>
                    <a:pt x="1" y="513"/>
                  </a:lnTo>
                  <a:lnTo>
                    <a:pt x="529" y="5811"/>
                  </a:lnTo>
                  <a:lnTo>
                    <a:pt x="3252" y="5283"/>
                  </a:lnTo>
                  <a:lnTo>
                    <a:pt x="27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2" name="Google Shape;6932;p71"/>
            <p:cNvSpPr/>
            <p:nvPr/>
          </p:nvSpPr>
          <p:spPr>
            <a:xfrm>
              <a:off x="4725325" y="495525"/>
              <a:ext cx="81300" cy="145300"/>
            </a:xfrm>
            <a:custGeom>
              <a:avLst/>
              <a:gdLst/>
              <a:ahLst/>
              <a:cxnLst/>
              <a:rect l="l" t="t" r="r" b="b"/>
              <a:pathLst>
                <a:path w="3252" h="5812" extrusionOk="0">
                  <a:moveTo>
                    <a:pt x="2724" y="1"/>
                  </a:moveTo>
                  <a:lnTo>
                    <a:pt x="1" y="529"/>
                  </a:lnTo>
                  <a:lnTo>
                    <a:pt x="529" y="5811"/>
                  </a:lnTo>
                  <a:lnTo>
                    <a:pt x="3252" y="5283"/>
                  </a:lnTo>
                  <a:lnTo>
                    <a:pt x="27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3" name="Google Shape;6933;p71"/>
            <p:cNvSpPr/>
            <p:nvPr/>
          </p:nvSpPr>
          <p:spPr>
            <a:xfrm>
              <a:off x="2609925" y="484375"/>
              <a:ext cx="3294450" cy="688550"/>
            </a:xfrm>
            <a:custGeom>
              <a:avLst/>
              <a:gdLst/>
              <a:ahLst/>
              <a:cxnLst/>
              <a:rect l="l" t="t" r="r" b="b"/>
              <a:pathLst>
                <a:path w="131778" h="27542" extrusionOk="0">
                  <a:moveTo>
                    <a:pt x="130969" y="1"/>
                  </a:moveTo>
                  <a:lnTo>
                    <a:pt x="1" y="24695"/>
                  </a:lnTo>
                  <a:lnTo>
                    <a:pt x="1" y="24695"/>
                  </a:lnTo>
                  <a:cubicBezTo>
                    <a:pt x="7753" y="26197"/>
                    <a:pt x="17305" y="27542"/>
                    <a:pt x="26635" y="27542"/>
                  </a:cubicBezTo>
                  <a:cubicBezTo>
                    <a:pt x="31151" y="27542"/>
                    <a:pt x="35616" y="27227"/>
                    <a:pt x="39799" y="26462"/>
                  </a:cubicBezTo>
                  <a:cubicBezTo>
                    <a:pt x="63553" y="22120"/>
                    <a:pt x="114081" y="12546"/>
                    <a:pt x="114081" y="12546"/>
                  </a:cubicBezTo>
                  <a:cubicBezTo>
                    <a:pt x="114081" y="12546"/>
                    <a:pt x="123589" y="10582"/>
                    <a:pt x="129450" y="6108"/>
                  </a:cubicBezTo>
                  <a:cubicBezTo>
                    <a:pt x="131266" y="4722"/>
                    <a:pt x="131777" y="2047"/>
                    <a:pt x="130969" y="1"/>
                  </a:cubicBezTo>
                  <a:close/>
                </a:path>
              </a:pathLst>
            </a:cu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4" name="Google Shape;6934;p71"/>
            <p:cNvSpPr/>
            <p:nvPr/>
          </p:nvSpPr>
          <p:spPr>
            <a:xfrm>
              <a:off x="4272200" y="835575"/>
              <a:ext cx="529900" cy="337750"/>
            </a:xfrm>
            <a:custGeom>
              <a:avLst/>
              <a:gdLst/>
              <a:ahLst/>
              <a:cxnLst/>
              <a:rect l="l" t="t" r="r" b="b"/>
              <a:pathLst>
                <a:path w="21196" h="13510" extrusionOk="0">
                  <a:moveTo>
                    <a:pt x="20221" y="1"/>
                  </a:moveTo>
                  <a:lnTo>
                    <a:pt x="5349" y="1106"/>
                  </a:lnTo>
                  <a:cubicBezTo>
                    <a:pt x="2262" y="1354"/>
                    <a:pt x="1" y="4870"/>
                    <a:pt x="595" y="8468"/>
                  </a:cubicBezTo>
                  <a:cubicBezTo>
                    <a:pt x="1095" y="11499"/>
                    <a:pt x="3270" y="13509"/>
                    <a:pt x="5720" y="13509"/>
                  </a:cubicBezTo>
                  <a:cubicBezTo>
                    <a:pt x="6259" y="13509"/>
                    <a:pt x="6812" y="13412"/>
                    <a:pt x="7363" y="13206"/>
                  </a:cubicBezTo>
                  <a:lnTo>
                    <a:pt x="21196" y="8138"/>
                  </a:lnTo>
                  <a:lnTo>
                    <a:pt x="20221" y="1"/>
                  </a:lnTo>
                  <a:close/>
                </a:path>
              </a:pathLst>
            </a:custGeom>
            <a:solidFill>
              <a:srgbClr val="9F9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5" name="Google Shape;6935;p71"/>
            <p:cNvSpPr/>
            <p:nvPr/>
          </p:nvSpPr>
          <p:spPr>
            <a:xfrm>
              <a:off x="4780200" y="849600"/>
              <a:ext cx="65650" cy="165100"/>
            </a:xfrm>
            <a:custGeom>
              <a:avLst/>
              <a:gdLst/>
              <a:ahLst/>
              <a:cxnLst/>
              <a:rect l="l" t="t" r="r" b="b"/>
              <a:pathLst>
                <a:path w="2626" h="6604" extrusionOk="0">
                  <a:moveTo>
                    <a:pt x="1915" y="1"/>
                  </a:moveTo>
                  <a:lnTo>
                    <a:pt x="0" y="281"/>
                  </a:lnTo>
                  <a:lnTo>
                    <a:pt x="727" y="6604"/>
                  </a:lnTo>
                  <a:lnTo>
                    <a:pt x="2626" y="6076"/>
                  </a:lnTo>
                  <a:lnTo>
                    <a:pt x="191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6" name="Google Shape;6936;p71"/>
            <p:cNvSpPr/>
            <p:nvPr/>
          </p:nvSpPr>
          <p:spPr>
            <a:xfrm>
              <a:off x="5365800" y="309825"/>
              <a:ext cx="370625" cy="140350"/>
            </a:xfrm>
            <a:custGeom>
              <a:avLst/>
              <a:gdLst/>
              <a:ahLst/>
              <a:cxnLst/>
              <a:rect l="l" t="t" r="r" b="b"/>
              <a:pathLst>
                <a:path w="14825" h="5614" extrusionOk="0">
                  <a:moveTo>
                    <a:pt x="9624" y="1"/>
                  </a:moveTo>
                  <a:lnTo>
                    <a:pt x="1" y="2625"/>
                  </a:lnTo>
                  <a:lnTo>
                    <a:pt x="463" y="5613"/>
                  </a:lnTo>
                  <a:lnTo>
                    <a:pt x="14824" y="2081"/>
                  </a:lnTo>
                  <a:cubicBezTo>
                    <a:pt x="13321" y="1288"/>
                    <a:pt x="11605" y="562"/>
                    <a:pt x="96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7" name="Google Shape;6937;p71"/>
            <p:cNvSpPr/>
            <p:nvPr/>
          </p:nvSpPr>
          <p:spPr>
            <a:xfrm>
              <a:off x="4284575" y="835575"/>
              <a:ext cx="517525" cy="338000"/>
            </a:xfrm>
            <a:custGeom>
              <a:avLst/>
              <a:gdLst/>
              <a:ahLst/>
              <a:cxnLst/>
              <a:rect l="l" t="t" r="r" b="b"/>
              <a:pathLst>
                <a:path w="20701" h="13520" extrusionOk="0">
                  <a:moveTo>
                    <a:pt x="19726" y="1"/>
                  </a:moveTo>
                  <a:lnTo>
                    <a:pt x="4854" y="1106"/>
                  </a:lnTo>
                  <a:cubicBezTo>
                    <a:pt x="2097" y="1321"/>
                    <a:pt x="1" y="4143"/>
                    <a:pt x="1" y="7313"/>
                  </a:cubicBezTo>
                  <a:cubicBezTo>
                    <a:pt x="1" y="7693"/>
                    <a:pt x="34" y="8089"/>
                    <a:pt x="100" y="8468"/>
                  </a:cubicBezTo>
                  <a:cubicBezTo>
                    <a:pt x="595" y="11505"/>
                    <a:pt x="2774" y="13519"/>
                    <a:pt x="5233" y="13519"/>
                  </a:cubicBezTo>
                  <a:cubicBezTo>
                    <a:pt x="5761" y="13519"/>
                    <a:pt x="6323" y="13420"/>
                    <a:pt x="6868" y="13206"/>
                  </a:cubicBezTo>
                  <a:lnTo>
                    <a:pt x="20701" y="8138"/>
                  </a:lnTo>
                  <a:lnTo>
                    <a:pt x="20585" y="7165"/>
                  </a:lnTo>
                  <a:lnTo>
                    <a:pt x="20552" y="7165"/>
                  </a:lnTo>
                  <a:lnTo>
                    <a:pt x="20008" y="2411"/>
                  </a:lnTo>
                  <a:lnTo>
                    <a:pt x="19726" y="1"/>
                  </a:lnTo>
                  <a:close/>
                </a:path>
              </a:pathLst>
            </a:custGeom>
            <a:solidFill>
              <a:schemeClr val="accent3">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8" name="Google Shape;6938;p71"/>
            <p:cNvSpPr/>
            <p:nvPr/>
          </p:nvSpPr>
          <p:spPr>
            <a:xfrm>
              <a:off x="4784750" y="895825"/>
              <a:ext cx="14450" cy="118875"/>
            </a:xfrm>
            <a:custGeom>
              <a:avLst/>
              <a:gdLst/>
              <a:ahLst/>
              <a:cxnLst/>
              <a:rect l="l" t="t" r="r" b="b"/>
              <a:pathLst>
                <a:path w="578" h="4755" extrusionOk="0">
                  <a:moveTo>
                    <a:pt x="1" y="1"/>
                  </a:moveTo>
                  <a:lnTo>
                    <a:pt x="545" y="4755"/>
                  </a:lnTo>
                  <a:lnTo>
                    <a:pt x="578" y="4755"/>
                  </a:lnTo>
                  <a:lnTo>
                    <a:pt x="1" y="1"/>
                  </a:lnTo>
                  <a:close/>
                </a:path>
              </a:pathLst>
            </a:custGeom>
            <a:solidFill>
              <a:srgbClr val="9F9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39" name="Google Shape;6939;p71"/>
          <p:cNvSpPr/>
          <p:nvPr/>
        </p:nvSpPr>
        <p:spPr>
          <a:xfrm>
            <a:off x="6981692" y="2220085"/>
            <a:ext cx="955216" cy="964122"/>
          </a:xfrm>
          <a:custGeom>
            <a:avLst/>
            <a:gdLst/>
            <a:ahLst/>
            <a:cxnLst/>
            <a:rect l="l" t="t" r="r" b="b"/>
            <a:pathLst>
              <a:path w="14479" h="14614" extrusionOk="0">
                <a:moveTo>
                  <a:pt x="5482" y="0"/>
                </a:moveTo>
                <a:cubicBezTo>
                  <a:pt x="5332" y="0"/>
                  <a:pt x="5209" y="145"/>
                  <a:pt x="5250" y="312"/>
                </a:cubicBezTo>
                <a:lnTo>
                  <a:pt x="6984" y="6470"/>
                </a:lnTo>
                <a:cubicBezTo>
                  <a:pt x="4623" y="6651"/>
                  <a:pt x="2477" y="6866"/>
                  <a:pt x="2362" y="6882"/>
                </a:cubicBezTo>
                <a:lnTo>
                  <a:pt x="1108" y="5579"/>
                </a:lnTo>
                <a:cubicBezTo>
                  <a:pt x="1075" y="5529"/>
                  <a:pt x="1009" y="5513"/>
                  <a:pt x="958" y="5513"/>
                </a:cubicBezTo>
                <a:lnTo>
                  <a:pt x="315" y="5447"/>
                </a:lnTo>
                <a:cubicBezTo>
                  <a:pt x="117" y="5447"/>
                  <a:pt x="1" y="5645"/>
                  <a:pt x="100" y="5810"/>
                </a:cubicBezTo>
                <a:lnTo>
                  <a:pt x="1108" y="7395"/>
                </a:lnTo>
                <a:cubicBezTo>
                  <a:pt x="843" y="7410"/>
                  <a:pt x="661" y="7410"/>
                  <a:pt x="661" y="7410"/>
                </a:cubicBezTo>
                <a:cubicBezTo>
                  <a:pt x="612" y="7410"/>
                  <a:pt x="579" y="7476"/>
                  <a:pt x="579" y="7542"/>
                </a:cubicBezTo>
                <a:lnTo>
                  <a:pt x="579" y="7626"/>
                </a:lnTo>
                <a:cubicBezTo>
                  <a:pt x="579" y="7692"/>
                  <a:pt x="628" y="7758"/>
                  <a:pt x="678" y="7758"/>
                </a:cubicBezTo>
                <a:lnTo>
                  <a:pt x="1090" y="7741"/>
                </a:lnTo>
                <a:lnTo>
                  <a:pt x="100" y="9292"/>
                </a:lnTo>
                <a:cubicBezTo>
                  <a:pt x="5" y="9451"/>
                  <a:pt x="123" y="9656"/>
                  <a:pt x="295" y="9656"/>
                </a:cubicBezTo>
                <a:cubicBezTo>
                  <a:pt x="302" y="9656"/>
                  <a:pt x="308" y="9656"/>
                  <a:pt x="315" y="9655"/>
                </a:cubicBezTo>
                <a:lnTo>
                  <a:pt x="958" y="9589"/>
                </a:lnTo>
                <a:cubicBezTo>
                  <a:pt x="1024" y="9589"/>
                  <a:pt x="1075" y="9574"/>
                  <a:pt x="1108" y="9523"/>
                </a:cubicBezTo>
                <a:lnTo>
                  <a:pt x="2428" y="8154"/>
                </a:lnTo>
                <a:cubicBezTo>
                  <a:pt x="2428" y="8154"/>
                  <a:pt x="2428" y="8137"/>
                  <a:pt x="2444" y="8137"/>
                </a:cubicBezTo>
                <a:cubicBezTo>
                  <a:pt x="2657" y="8137"/>
                  <a:pt x="4029" y="8158"/>
                  <a:pt x="5730" y="8158"/>
                </a:cubicBezTo>
                <a:cubicBezTo>
                  <a:pt x="6138" y="8158"/>
                  <a:pt x="6565" y="8157"/>
                  <a:pt x="7000" y="8154"/>
                </a:cubicBezTo>
                <a:lnTo>
                  <a:pt x="7000" y="8154"/>
                </a:lnTo>
                <a:lnTo>
                  <a:pt x="5547" y="14310"/>
                </a:lnTo>
                <a:cubicBezTo>
                  <a:pt x="5507" y="14473"/>
                  <a:pt x="5633" y="14613"/>
                  <a:pt x="5780" y="14613"/>
                </a:cubicBezTo>
                <a:cubicBezTo>
                  <a:pt x="5812" y="14613"/>
                  <a:pt x="5845" y="14606"/>
                  <a:pt x="5877" y="14592"/>
                </a:cubicBezTo>
                <a:lnTo>
                  <a:pt x="6406" y="14394"/>
                </a:lnTo>
                <a:cubicBezTo>
                  <a:pt x="6456" y="14361"/>
                  <a:pt x="6505" y="14328"/>
                  <a:pt x="6538" y="14277"/>
                </a:cubicBezTo>
                <a:lnTo>
                  <a:pt x="7495" y="12396"/>
                </a:lnTo>
                <a:lnTo>
                  <a:pt x="8188" y="12380"/>
                </a:lnTo>
                <a:cubicBezTo>
                  <a:pt x="8354" y="12380"/>
                  <a:pt x="8486" y="12231"/>
                  <a:pt x="8486" y="12050"/>
                </a:cubicBezTo>
                <a:cubicBezTo>
                  <a:pt x="8486" y="11893"/>
                  <a:pt x="8353" y="11751"/>
                  <a:pt x="8199" y="11751"/>
                </a:cubicBezTo>
                <a:cubicBezTo>
                  <a:pt x="8190" y="11751"/>
                  <a:pt x="8181" y="11752"/>
                  <a:pt x="8173" y="11752"/>
                </a:cubicBezTo>
                <a:lnTo>
                  <a:pt x="7825" y="11752"/>
                </a:lnTo>
                <a:lnTo>
                  <a:pt x="8173" y="11092"/>
                </a:lnTo>
                <a:lnTo>
                  <a:pt x="8849" y="11075"/>
                </a:lnTo>
                <a:cubicBezTo>
                  <a:pt x="9031" y="11059"/>
                  <a:pt x="9163" y="10927"/>
                  <a:pt x="9163" y="10745"/>
                </a:cubicBezTo>
                <a:cubicBezTo>
                  <a:pt x="9163" y="10580"/>
                  <a:pt x="9014" y="10432"/>
                  <a:pt x="8833" y="10432"/>
                </a:cubicBezTo>
                <a:lnTo>
                  <a:pt x="8486" y="10448"/>
                </a:lnTo>
                <a:lnTo>
                  <a:pt x="9691" y="8104"/>
                </a:lnTo>
                <a:cubicBezTo>
                  <a:pt x="11028" y="8071"/>
                  <a:pt x="12183" y="8005"/>
                  <a:pt x="12795" y="7890"/>
                </a:cubicBezTo>
                <a:cubicBezTo>
                  <a:pt x="14395" y="7609"/>
                  <a:pt x="14478" y="7146"/>
                  <a:pt x="14445" y="6965"/>
                </a:cubicBezTo>
                <a:cubicBezTo>
                  <a:pt x="14445" y="6783"/>
                  <a:pt x="14280" y="6354"/>
                  <a:pt x="12711" y="6222"/>
                </a:cubicBezTo>
                <a:cubicBezTo>
                  <a:pt x="12509" y="6200"/>
                  <a:pt x="12247" y="6191"/>
                  <a:pt x="11939" y="6191"/>
                </a:cubicBezTo>
                <a:cubicBezTo>
                  <a:pt x="11317" y="6191"/>
                  <a:pt x="10508" y="6228"/>
                  <a:pt x="9625" y="6272"/>
                </a:cubicBezTo>
                <a:lnTo>
                  <a:pt x="8354" y="4043"/>
                </a:lnTo>
                <a:lnTo>
                  <a:pt x="8701" y="4043"/>
                </a:lnTo>
                <a:cubicBezTo>
                  <a:pt x="8882" y="4043"/>
                  <a:pt x="9014" y="3895"/>
                  <a:pt x="9014" y="3713"/>
                </a:cubicBezTo>
                <a:cubicBezTo>
                  <a:pt x="9014" y="3556"/>
                  <a:pt x="8880" y="3415"/>
                  <a:pt x="8710" y="3415"/>
                </a:cubicBezTo>
                <a:cubicBezTo>
                  <a:pt x="8702" y="3415"/>
                  <a:pt x="8693" y="3415"/>
                  <a:pt x="8684" y="3416"/>
                </a:cubicBezTo>
                <a:lnTo>
                  <a:pt x="8008" y="3416"/>
                </a:lnTo>
                <a:lnTo>
                  <a:pt x="7627" y="2773"/>
                </a:lnTo>
                <a:lnTo>
                  <a:pt x="7975" y="2755"/>
                </a:lnTo>
                <a:cubicBezTo>
                  <a:pt x="8155" y="2755"/>
                  <a:pt x="8288" y="2623"/>
                  <a:pt x="8288" y="2442"/>
                </a:cubicBezTo>
                <a:cubicBezTo>
                  <a:pt x="8288" y="2260"/>
                  <a:pt x="8140" y="2128"/>
                  <a:pt x="7957" y="2128"/>
                </a:cubicBezTo>
                <a:lnTo>
                  <a:pt x="7281" y="2145"/>
                </a:lnTo>
                <a:lnTo>
                  <a:pt x="6241" y="312"/>
                </a:lnTo>
                <a:cubicBezTo>
                  <a:pt x="6208" y="264"/>
                  <a:pt x="6159" y="213"/>
                  <a:pt x="6109" y="198"/>
                </a:cubicBezTo>
                <a:lnTo>
                  <a:pt x="5564" y="15"/>
                </a:lnTo>
                <a:cubicBezTo>
                  <a:pt x="5537" y="5"/>
                  <a:pt x="5509" y="0"/>
                  <a:pt x="5482" y="0"/>
                </a:cubicBez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40" name="Google Shape;6940;p71"/>
          <p:cNvGrpSpPr/>
          <p:nvPr/>
        </p:nvGrpSpPr>
        <p:grpSpPr>
          <a:xfrm>
            <a:off x="7594201" y="3041817"/>
            <a:ext cx="1767373" cy="1746677"/>
            <a:chOff x="1222478" y="2289624"/>
            <a:chExt cx="2222551" cy="2196525"/>
          </a:xfrm>
        </p:grpSpPr>
        <p:sp>
          <p:nvSpPr>
            <p:cNvPr id="6941" name="Google Shape;6941;p71"/>
            <p:cNvSpPr/>
            <p:nvPr/>
          </p:nvSpPr>
          <p:spPr>
            <a:xfrm>
              <a:off x="2821333" y="3110173"/>
              <a:ext cx="99145" cy="311839"/>
            </a:xfrm>
            <a:custGeom>
              <a:avLst/>
              <a:gdLst/>
              <a:ahLst/>
              <a:cxnLst/>
              <a:rect l="l" t="t" r="r" b="b"/>
              <a:pathLst>
                <a:path w="908" h="2856" extrusionOk="0">
                  <a:moveTo>
                    <a:pt x="462" y="1"/>
                  </a:moveTo>
                  <a:cubicBezTo>
                    <a:pt x="214" y="1"/>
                    <a:pt x="16" y="199"/>
                    <a:pt x="16" y="430"/>
                  </a:cubicBezTo>
                  <a:lnTo>
                    <a:pt x="0" y="2411"/>
                  </a:lnTo>
                  <a:cubicBezTo>
                    <a:pt x="0" y="2658"/>
                    <a:pt x="198" y="2856"/>
                    <a:pt x="445" y="2856"/>
                  </a:cubicBezTo>
                  <a:cubicBezTo>
                    <a:pt x="676" y="2856"/>
                    <a:pt x="875" y="2658"/>
                    <a:pt x="875" y="2411"/>
                  </a:cubicBezTo>
                  <a:lnTo>
                    <a:pt x="892" y="446"/>
                  </a:lnTo>
                  <a:cubicBezTo>
                    <a:pt x="908" y="199"/>
                    <a:pt x="709" y="1"/>
                    <a:pt x="4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2" name="Google Shape;6942;p71"/>
            <p:cNvSpPr/>
            <p:nvPr/>
          </p:nvSpPr>
          <p:spPr>
            <a:xfrm>
              <a:off x="3017655" y="3218160"/>
              <a:ext cx="97507" cy="312058"/>
            </a:xfrm>
            <a:custGeom>
              <a:avLst/>
              <a:gdLst/>
              <a:ahLst/>
              <a:cxnLst/>
              <a:rect l="l" t="t" r="r" b="b"/>
              <a:pathLst>
                <a:path w="893" h="2858" extrusionOk="0">
                  <a:moveTo>
                    <a:pt x="419" y="1"/>
                  </a:moveTo>
                  <a:cubicBezTo>
                    <a:pt x="200" y="1"/>
                    <a:pt x="18" y="193"/>
                    <a:pt x="18" y="431"/>
                  </a:cubicBezTo>
                  <a:lnTo>
                    <a:pt x="1" y="2412"/>
                  </a:lnTo>
                  <a:cubicBezTo>
                    <a:pt x="1" y="2643"/>
                    <a:pt x="183" y="2841"/>
                    <a:pt x="430" y="2857"/>
                  </a:cubicBezTo>
                  <a:cubicBezTo>
                    <a:pt x="678" y="2857"/>
                    <a:pt x="876" y="2659"/>
                    <a:pt x="876" y="2412"/>
                  </a:cubicBezTo>
                  <a:lnTo>
                    <a:pt x="892" y="431"/>
                  </a:lnTo>
                  <a:cubicBezTo>
                    <a:pt x="892" y="200"/>
                    <a:pt x="694" y="2"/>
                    <a:pt x="447" y="2"/>
                  </a:cubicBezTo>
                  <a:cubicBezTo>
                    <a:pt x="438" y="1"/>
                    <a:pt x="429" y="1"/>
                    <a:pt x="4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3" name="Google Shape;6943;p71"/>
            <p:cNvSpPr/>
            <p:nvPr/>
          </p:nvSpPr>
          <p:spPr>
            <a:xfrm>
              <a:off x="1752373" y="3101110"/>
              <a:ext cx="99363" cy="311949"/>
            </a:xfrm>
            <a:custGeom>
              <a:avLst/>
              <a:gdLst/>
              <a:ahLst/>
              <a:cxnLst/>
              <a:rect l="l" t="t" r="r" b="b"/>
              <a:pathLst>
                <a:path w="910" h="2857" extrusionOk="0">
                  <a:moveTo>
                    <a:pt x="463" y="0"/>
                  </a:moveTo>
                  <a:cubicBezTo>
                    <a:pt x="216" y="0"/>
                    <a:pt x="18" y="198"/>
                    <a:pt x="18" y="447"/>
                  </a:cubicBezTo>
                  <a:lnTo>
                    <a:pt x="1" y="2410"/>
                  </a:lnTo>
                  <a:cubicBezTo>
                    <a:pt x="1" y="2659"/>
                    <a:pt x="199" y="2857"/>
                    <a:pt x="447" y="2857"/>
                  </a:cubicBezTo>
                  <a:cubicBezTo>
                    <a:pt x="678" y="2857"/>
                    <a:pt x="876" y="2675"/>
                    <a:pt x="876" y="2428"/>
                  </a:cubicBezTo>
                  <a:lnTo>
                    <a:pt x="892" y="447"/>
                  </a:lnTo>
                  <a:cubicBezTo>
                    <a:pt x="909" y="198"/>
                    <a:pt x="711" y="0"/>
                    <a:pt x="4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4" name="Google Shape;6944;p71"/>
            <p:cNvSpPr/>
            <p:nvPr/>
          </p:nvSpPr>
          <p:spPr>
            <a:xfrm>
              <a:off x="1556051" y="3205603"/>
              <a:ext cx="97397" cy="312058"/>
            </a:xfrm>
            <a:custGeom>
              <a:avLst/>
              <a:gdLst/>
              <a:ahLst/>
              <a:cxnLst/>
              <a:rect l="l" t="t" r="r" b="b"/>
              <a:pathLst>
                <a:path w="892" h="2858" extrusionOk="0">
                  <a:moveTo>
                    <a:pt x="462" y="1"/>
                  </a:moveTo>
                  <a:cubicBezTo>
                    <a:pt x="214" y="1"/>
                    <a:pt x="16" y="199"/>
                    <a:pt x="16" y="447"/>
                  </a:cubicBezTo>
                  <a:lnTo>
                    <a:pt x="0" y="2411"/>
                  </a:lnTo>
                  <a:cubicBezTo>
                    <a:pt x="0" y="2659"/>
                    <a:pt x="198" y="2857"/>
                    <a:pt x="429" y="2857"/>
                  </a:cubicBezTo>
                  <a:cubicBezTo>
                    <a:pt x="676" y="2857"/>
                    <a:pt x="874" y="2675"/>
                    <a:pt x="874" y="2428"/>
                  </a:cubicBezTo>
                  <a:lnTo>
                    <a:pt x="892" y="447"/>
                  </a:lnTo>
                  <a:cubicBezTo>
                    <a:pt x="892" y="199"/>
                    <a:pt x="694" y="1"/>
                    <a:pt x="4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5" name="Google Shape;6945;p71"/>
            <p:cNvSpPr/>
            <p:nvPr/>
          </p:nvSpPr>
          <p:spPr>
            <a:xfrm>
              <a:off x="2426505" y="2992905"/>
              <a:ext cx="1018524" cy="683295"/>
            </a:xfrm>
            <a:custGeom>
              <a:avLst/>
              <a:gdLst/>
              <a:ahLst/>
              <a:cxnLst/>
              <a:rect l="l" t="t" r="r" b="b"/>
              <a:pathLst>
                <a:path w="9328" h="6258" extrusionOk="0">
                  <a:moveTo>
                    <a:pt x="1" y="1"/>
                  </a:moveTo>
                  <a:lnTo>
                    <a:pt x="100" y="3897"/>
                  </a:lnTo>
                  <a:lnTo>
                    <a:pt x="8899" y="6241"/>
                  </a:lnTo>
                  <a:cubicBezTo>
                    <a:pt x="8932" y="6258"/>
                    <a:pt x="8947" y="6258"/>
                    <a:pt x="8980" y="6258"/>
                  </a:cubicBezTo>
                  <a:cubicBezTo>
                    <a:pt x="9179" y="6258"/>
                    <a:pt x="9328" y="6093"/>
                    <a:pt x="9328" y="5910"/>
                  </a:cubicBezTo>
                  <a:cubicBezTo>
                    <a:pt x="9328" y="5877"/>
                    <a:pt x="9328" y="5829"/>
                    <a:pt x="9311" y="5796"/>
                  </a:cubicBezTo>
                  <a:lnTo>
                    <a:pt x="9031" y="5052"/>
                  </a:lnTo>
                  <a:cubicBezTo>
                    <a:pt x="9013" y="4970"/>
                    <a:pt x="8947" y="4904"/>
                    <a:pt x="8881" y="4871"/>
                  </a:cubicBezTo>
                  <a:lnTo>
                    <a:pt x="6290" y="3452"/>
                  </a:lnTo>
                  <a:lnTo>
                    <a:pt x="5415" y="2972"/>
                  </a:lnTo>
                  <a:lnTo>
                    <a:pt x="4508" y="2477"/>
                  </a:lnTo>
                  <a:lnTo>
                    <a:pt x="3632" y="1982"/>
                  </a:lnTo>
                  <a:lnTo>
                    <a:pt x="1" y="1"/>
                  </a:lnTo>
                  <a:close/>
                </a:path>
              </a:pathLst>
            </a:custGeom>
            <a:solidFill>
              <a:schemeClr val="accent3">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6" name="Google Shape;6946;p71"/>
            <p:cNvSpPr/>
            <p:nvPr/>
          </p:nvSpPr>
          <p:spPr>
            <a:xfrm>
              <a:off x="1222478" y="2991267"/>
              <a:ext cx="1027478" cy="668664"/>
            </a:xfrm>
            <a:custGeom>
              <a:avLst/>
              <a:gdLst/>
              <a:ahLst/>
              <a:cxnLst/>
              <a:rect l="l" t="t" r="r" b="b"/>
              <a:pathLst>
                <a:path w="9410" h="6124" extrusionOk="0">
                  <a:moveTo>
                    <a:pt x="9410" y="0"/>
                  </a:moveTo>
                  <a:lnTo>
                    <a:pt x="5745" y="1931"/>
                  </a:lnTo>
                  <a:lnTo>
                    <a:pt x="4871" y="2410"/>
                  </a:lnTo>
                  <a:lnTo>
                    <a:pt x="3947" y="2888"/>
                  </a:lnTo>
                  <a:lnTo>
                    <a:pt x="3055" y="3350"/>
                  </a:lnTo>
                  <a:lnTo>
                    <a:pt x="463" y="4737"/>
                  </a:lnTo>
                  <a:cubicBezTo>
                    <a:pt x="381" y="4770"/>
                    <a:pt x="331" y="4836"/>
                    <a:pt x="298" y="4919"/>
                  </a:cubicBezTo>
                  <a:lnTo>
                    <a:pt x="18" y="5646"/>
                  </a:lnTo>
                  <a:cubicBezTo>
                    <a:pt x="1" y="5694"/>
                    <a:pt x="1" y="5727"/>
                    <a:pt x="1" y="5778"/>
                  </a:cubicBezTo>
                  <a:cubicBezTo>
                    <a:pt x="1" y="5958"/>
                    <a:pt x="150" y="6124"/>
                    <a:pt x="331" y="6124"/>
                  </a:cubicBezTo>
                  <a:cubicBezTo>
                    <a:pt x="364" y="6124"/>
                    <a:pt x="397" y="6124"/>
                    <a:pt x="430" y="6108"/>
                  </a:cubicBezTo>
                  <a:lnTo>
                    <a:pt x="9245" y="3896"/>
                  </a:lnTo>
                  <a:lnTo>
                    <a:pt x="9410" y="0"/>
                  </a:lnTo>
                  <a:close/>
                </a:path>
              </a:pathLst>
            </a:custGeom>
            <a:solidFill>
              <a:schemeClr val="accent3">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7" name="Google Shape;6947;p71"/>
            <p:cNvSpPr/>
            <p:nvPr/>
          </p:nvSpPr>
          <p:spPr>
            <a:xfrm>
              <a:off x="2025454" y="2289624"/>
              <a:ext cx="642256" cy="2196525"/>
            </a:xfrm>
            <a:custGeom>
              <a:avLst/>
              <a:gdLst/>
              <a:ahLst/>
              <a:cxnLst/>
              <a:rect l="l" t="t" r="r" b="b"/>
              <a:pathLst>
                <a:path w="5882" h="20117" extrusionOk="0">
                  <a:moveTo>
                    <a:pt x="2771" y="0"/>
                  </a:moveTo>
                  <a:cubicBezTo>
                    <a:pt x="2751" y="0"/>
                    <a:pt x="2732" y="2"/>
                    <a:pt x="2716" y="4"/>
                  </a:cubicBezTo>
                  <a:cubicBezTo>
                    <a:pt x="2708" y="4"/>
                    <a:pt x="2699" y="3"/>
                    <a:pt x="2691" y="3"/>
                  </a:cubicBezTo>
                  <a:cubicBezTo>
                    <a:pt x="2415" y="3"/>
                    <a:pt x="1834" y="270"/>
                    <a:pt x="1594" y="2381"/>
                  </a:cubicBezTo>
                  <a:cubicBezTo>
                    <a:pt x="1264" y="5172"/>
                    <a:pt x="2073" y="16495"/>
                    <a:pt x="2089" y="16826"/>
                  </a:cubicBezTo>
                  <a:lnTo>
                    <a:pt x="224" y="18509"/>
                  </a:lnTo>
                  <a:cubicBezTo>
                    <a:pt x="174" y="18558"/>
                    <a:pt x="141" y="18641"/>
                    <a:pt x="125" y="18723"/>
                  </a:cubicBezTo>
                  <a:lnTo>
                    <a:pt x="26" y="19615"/>
                  </a:lnTo>
                  <a:cubicBezTo>
                    <a:pt x="1" y="19818"/>
                    <a:pt x="171" y="19973"/>
                    <a:pt x="349" y="19973"/>
                  </a:cubicBezTo>
                  <a:cubicBezTo>
                    <a:pt x="402" y="19973"/>
                    <a:pt x="455" y="19959"/>
                    <a:pt x="504" y="19929"/>
                  </a:cubicBezTo>
                  <a:lnTo>
                    <a:pt x="2980" y="18459"/>
                  </a:lnTo>
                  <a:lnTo>
                    <a:pt x="5374" y="20061"/>
                  </a:lnTo>
                  <a:cubicBezTo>
                    <a:pt x="5430" y="20099"/>
                    <a:pt x="5491" y="20117"/>
                    <a:pt x="5551" y="20117"/>
                  </a:cubicBezTo>
                  <a:cubicBezTo>
                    <a:pt x="5721" y="20117"/>
                    <a:pt x="5881" y="19975"/>
                    <a:pt x="5870" y="19780"/>
                  </a:cubicBezTo>
                  <a:lnTo>
                    <a:pt x="5819" y="18872"/>
                  </a:lnTo>
                  <a:cubicBezTo>
                    <a:pt x="5819" y="18789"/>
                    <a:pt x="5786" y="18723"/>
                    <a:pt x="5720" y="18657"/>
                  </a:cubicBezTo>
                  <a:lnTo>
                    <a:pt x="3872" y="16775"/>
                  </a:lnTo>
                  <a:lnTo>
                    <a:pt x="3856" y="16760"/>
                  </a:lnTo>
                  <a:cubicBezTo>
                    <a:pt x="3872" y="16016"/>
                    <a:pt x="4318" y="5073"/>
                    <a:pt x="3922" y="2348"/>
                  </a:cubicBezTo>
                  <a:cubicBezTo>
                    <a:pt x="3615" y="262"/>
                    <a:pt x="3037" y="0"/>
                    <a:pt x="2771" y="0"/>
                  </a:cubicBezTo>
                  <a:close/>
                </a:path>
              </a:pathLst>
            </a:custGeom>
            <a:solidFill>
              <a:schemeClr val="accent3">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8" name="Google Shape;6948;p71"/>
            <p:cNvSpPr/>
            <p:nvPr/>
          </p:nvSpPr>
          <p:spPr>
            <a:xfrm>
              <a:off x="2217409" y="2591092"/>
              <a:ext cx="34504" cy="19872"/>
            </a:xfrm>
            <a:custGeom>
              <a:avLst/>
              <a:gdLst/>
              <a:ahLst/>
              <a:cxnLst/>
              <a:rect l="l" t="t" r="r" b="b"/>
              <a:pathLst>
                <a:path w="316" h="182" extrusionOk="0">
                  <a:moveTo>
                    <a:pt x="84" y="1"/>
                  </a:moveTo>
                  <a:cubicBezTo>
                    <a:pt x="34" y="1"/>
                    <a:pt x="1" y="49"/>
                    <a:pt x="1" y="100"/>
                  </a:cubicBezTo>
                  <a:cubicBezTo>
                    <a:pt x="1" y="148"/>
                    <a:pt x="51" y="181"/>
                    <a:pt x="100" y="181"/>
                  </a:cubicBezTo>
                  <a:lnTo>
                    <a:pt x="232" y="181"/>
                  </a:lnTo>
                  <a:cubicBezTo>
                    <a:pt x="282" y="181"/>
                    <a:pt x="315" y="133"/>
                    <a:pt x="315" y="82"/>
                  </a:cubicBezTo>
                  <a:cubicBezTo>
                    <a:pt x="315" y="34"/>
                    <a:pt x="265" y="1"/>
                    <a:pt x="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9" name="Google Shape;6949;p71"/>
            <p:cNvSpPr/>
            <p:nvPr/>
          </p:nvSpPr>
          <p:spPr>
            <a:xfrm>
              <a:off x="2217409" y="2672110"/>
              <a:ext cx="34504" cy="20309"/>
            </a:xfrm>
            <a:custGeom>
              <a:avLst/>
              <a:gdLst/>
              <a:ahLst/>
              <a:cxnLst/>
              <a:rect l="l" t="t" r="r" b="b"/>
              <a:pathLst>
                <a:path w="316" h="186" extrusionOk="0">
                  <a:moveTo>
                    <a:pt x="100" y="1"/>
                  </a:moveTo>
                  <a:cubicBezTo>
                    <a:pt x="51" y="1"/>
                    <a:pt x="1" y="51"/>
                    <a:pt x="1" y="100"/>
                  </a:cubicBezTo>
                  <a:cubicBezTo>
                    <a:pt x="1" y="143"/>
                    <a:pt x="39" y="186"/>
                    <a:pt x="81" y="186"/>
                  </a:cubicBezTo>
                  <a:cubicBezTo>
                    <a:pt x="87" y="186"/>
                    <a:pt x="93" y="185"/>
                    <a:pt x="100" y="183"/>
                  </a:cubicBezTo>
                  <a:lnTo>
                    <a:pt x="232" y="183"/>
                  </a:lnTo>
                  <a:cubicBezTo>
                    <a:pt x="282" y="183"/>
                    <a:pt x="315" y="133"/>
                    <a:pt x="315" y="84"/>
                  </a:cubicBezTo>
                  <a:cubicBezTo>
                    <a:pt x="315" y="34"/>
                    <a:pt x="282" y="1"/>
                    <a:pt x="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0" name="Google Shape;6950;p71"/>
            <p:cNvSpPr/>
            <p:nvPr/>
          </p:nvSpPr>
          <p:spPr>
            <a:xfrm>
              <a:off x="2217409" y="2749743"/>
              <a:ext cx="36142" cy="21728"/>
            </a:xfrm>
            <a:custGeom>
              <a:avLst/>
              <a:gdLst/>
              <a:ahLst/>
              <a:cxnLst/>
              <a:rect l="l" t="t" r="r" b="b"/>
              <a:pathLst>
                <a:path w="331" h="199" extrusionOk="0">
                  <a:moveTo>
                    <a:pt x="232" y="0"/>
                  </a:moveTo>
                  <a:lnTo>
                    <a:pt x="100" y="16"/>
                  </a:lnTo>
                  <a:cubicBezTo>
                    <a:pt x="51" y="16"/>
                    <a:pt x="1" y="49"/>
                    <a:pt x="1" y="99"/>
                  </a:cubicBezTo>
                  <a:cubicBezTo>
                    <a:pt x="18" y="148"/>
                    <a:pt x="51" y="198"/>
                    <a:pt x="100" y="198"/>
                  </a:cubicBezTo>
                  <a:lnTo>
                    <a:pt x="232" y="181"/>
                  </a:lnTo>
                  <a:cubicBezTo>
                    <a:pt x="282" y="181"/>
                    <a:pt x="331" y="148"/>
                    <a:pt x="315" y="99"/>
                  </a:cubicBezTo>
                  <a:cubicBezTo>
                    <a:pt x="315" y="49"/>
                    <a:pt x="282" y="0"/>
                    <a:pt x="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1" name="Google Shape;6951;p71"/>
            <p:cNvSpPr/>
            <p:nvPr/>
          </p:nvSpPr>
          <p:spPr>
            <a:xfrm>
              <a:off x="2215662" y="2830760"/>
              <a:ext cx="36251" cy="21728"/>
            </a:xfrm>
            <a:custGeom>
              <a:avLst/>
              <a:gdLst/>
              <a:ahLst/>
              <a:cxnLst/>
              <a:rect l="l" t="t" r="r" b="b"/>
              <a:pathLst>
                <a:path w="332" h="199" extrusionOk="0">
                  <a:moveTo>
                    <a:pt x="232" y="0"/>
                  </a:moveTo>
                  <a:lnTo>
                    <a:pt x="100" y="17"/>
                  </a:lnTo>
                  <a:cubicBezTo>
                    <a:pt x="50" y="17"/>
                    <a:pt x="1" y="50"/>
                    <a:pt x="17" y="117"/>
                  </a:cubicBezTo>
                  <a:cubicBezTo>
                    <a:pt x="17" y="165"/>
                    <a:pt x="50" y="198"/>
                    <a:pt x="100" y="198"/>
                  </a:cubicBezTo>
                  <a:lnTo>
                    <a:pt x="232" y="198"/>
                  </a:lnTo>
                  <a:cubicBezTo>
                    <a:pt x="281" y="198"/>
                    <a:pt x="331" y="150"/>
                    <a:pt x="331" y="99"/>
                  </a:cubicBezTo>
                  <a:cubicBezTo>
                    <a:pt x="314" y="50"/>
                    <a:pt x="281" y="0"/>
                    <a:pt x="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2" name="Google Shape;6952;p71"/>
            <p:cNvSpPr/>
            <p:nvPr/>
          </p:nvSpPr>
          <p:spPr>
            <a:xfrm>
              <a:off x="2217409" y="2909703"/>
              <a:ext cx="34504" cy="20309"/>
            </a:xfrm>
            <a:custGeom>
              <a:avLst/>
              <a:gdLst/>
              <a:ahLst/>
              <a:cxnLst/>
              <a:rect l="l" t="t" r="r" b="b"/>
              <a:pathLst>
                <a:path w="316" h="186" extrusionOk="0">
                  <a:moveTo>
                    <a:pt x="235" y="1"/>
                  </a:moveTo>
                  <a:cubicBezTo>
                    <a:pt x="229" y="1"/>
                    <a:pt x="222" y="2"/>
                    <a:pt x="216" y="4"/>
                  </a:cubicBezTo>
                  <a:lnTo>
                    <a:pt x="100" y="4"/>
                  </a:lnTo>
                  <a:cubicBezTo>
                    <a:pt x="34" y="4"/>
                    <a:pt x="1" y="54"/>
                    <a:pt x="1" y="103"/>
                  </a:cubicBezTo>
                  <a:cubicBezTo>
                    <a:pt x="1" y="153"/>
                    <a:pt x="51" y="186"/>
                    <a:pt x="100" y="186"/>
                  </a:cubicBezTo>
                  <a:lnTo>
                    <a:pt x="232" y="186"/>
                  </a:lnTo>
                  <a:cubicBezTo>
                    <a:pt x="282" y="186"/>
                    <a:pt x="315" y="136"/>
                    <a:pt x="315" y="87"/>
                  </a:cubicBezTo>
                  <a:cubicBezTo>
                    <a:pt x="315" y="43"/>
                    <a:pt x="277"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3" name="Google Shape;6953;p71"/>
            <p:cNvSpPr/>
            <p:nvPr/>
          </p:nvSpPr>
          <p:spPr>
            <a:xfrm>
              <a:off x="2217409" y="2991267"/>
              <a:ext cx="36142" cy="19763"/>
            </a:xfrm>
            <a:custGeom>
              <a:avLst/>
              <a:gdLst/>
              <a:ahLst/>
              <a:cxnLst/>
              <a:rect l="l" t="t" r="r" b="b"/>
              <a:pathLst>
                <a:path w="331" h="181" extrusionOk="0">
                  <a:moveTo>
                    <a:pt x="100" y="0"/>
                  </a:moveTo>
                  <a:cubicBezTo>
                    <a:pt x="51" y="0"/>
                    <a:pt x="1" y="49"/>
                    <a:pt x="18" y="99"/>
                  </a:cubicBezTo>
                  <a:cubicBezTo>
                    <a:pt x="18" y="148"/>
                    <a:pt x="51" y="181"/>
                    <a:pt x="100" y="181"/>
                  </a:cubicBezTo>
                  <a:lnTo>
                    <a:pt x="232" y="181"/>
                  </a:lnTo>
                  <a:cubicBezTo>
                    <a:pt x="282" y="181"/>
                    <a:pt x="331" y="132"/>
                    <a:pt x="331" y="82"/>
                  </a:cubicBezTo>
                  <a:cubicBezTo>
                    <a:pt x="315" y="33"/>
                    <a:pt x="282" y="0"/>
                    <a:pt x="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4" name="Google Shape;6954;p71"/>
            <p:cNvSpPr/>
            <p:nvPr/>
          </p:nvSpPr>
          <p:spPr>
            <a:xfrm>
              <a:off x="2221012" y="3070537"/>
              <a:ext cx="34504" cy="19872"/>
            </a:xfrm>
            <a:custGeom>
              <a:avLst/>
              <a:gdLst/>
              <a:ahLst/>
              <a:cxnLst/>
              <a:rect l="l" t="t" r="r" b="b"/>
              <a:pathLst>
                <a:path w="316" h="182" extrusionOk="0">
                  <a:moveTo>
                    <a:pt x="84" y="0"/>
                  </a:moveTo>
                  <a:cubicBezTo>
                    <a:pt x="34" y="0"/>
                    <a:pt x="1" y="49"/>
                    <a:pt x="1" y="99"/>
                  </a:cubicBezTo>
                  <a:cubicBezTo>
                    <a:pt x="1" y="148"/>
                    <a:pt x="51" y="181"/>
                    <a:pt x="100" y="181"/>
                  </a:cubicBezTo>
                  <a:lnTo>
                    <a:pt x="232" y="181"/>
                  </a:lnTo>
                  <a:cubicBezTo>
                    <a:pt x="282" y="181"/>
                    <a:pt x="315" y="132"/>
                    <a:pt x="315" y="82"/>
                  </a:cubicBezTo>
                  <a:cubicBezTo>
                    <a:pt x="315" y="33"/>
                    <a:pt x="265" y="0"/>
                    <a:pt x="2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5" name="Google Shape;6955;p71"/>
            <p:cNvSpPr/>
            <p:nvPr/>
          </p:nvSpPr>
          <p:spPr>
            <a:xfrm>
              <a:off x="2221012" y="3151555"/>
              <a:ext cx="34504" cy="19981"/>
            </a:xfrm>
            <a:custGeom>
              <a:avLst/>
              <a:gdLst/>
              <a:ahLst/>
              <a:cxnLst/>
              <a:rect l="l" t="t" r="r" b="b"/>
              <a:pathLst>
                <a:path w="316" h="183" extrusionOk="0">
                  <a:moveTo>
                    <a:pt x="100" y="1"/>
                  </a:moveTo>
                  <a:cubicBezTo>
                    <a:pt x="51" y="1"/>
                    <a:pt x="1" y="51"/>
                    <a:pt x="1" y="100"/>
                  </a:cubicBezTo>
                  <a:cubicBezTo>
                    <a:pt x="1" y="150"/>
                    <a:pt x="51" y="183"/>
                    <a:pt x="100" y="183"/>
                  </a:cubicBezTo>
                  <a:lnTo>
                    <a:pt x="232" y="183"/>
                  </a:lnTo>
                  <a:cubicBezTo>
                    <a:pt x="282" y="183"/>
                    <a:pt x="315" y="133"/>
                    <a:pt x="315" y="84"/>
                  </a:cubicBezTo>
                  <a:cubicBezTo>
                    <a:pt x="315" y="34"/>
                    <a:pt x="282" y="1"/>
                    <a:pt x="2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6" name="Google Shape;6956;p71"/>
            <p:cNvSpPr/>
            <p:nvPr/>
          </p:nvSpPr>
          <p:spPr>
            <a:xfrm>
              <a:off x="2222868" y="3230826"/>
              <a:ext cx="36251" cy="20090"/>
            </a:xfrm>
            <a:custGeom>
              <a:avLst/>
              <a:gdLst/>
              <a:ahLst/>
              <a:cxnLst/>
              <a:rect l="l" t="t" r="r" b="b"/>
              <a:pathLst>
                <a:path w="332" h="184" extrusionOk="0">
                  <a:moveTo>
                    <a:pt x="100" y="1"/>
                  </a:moveTo>
                  <a:cubicBezTo>
                    <a:pt x="50" y="1"/>
                    <a:pt x="1" y="51"/>
                    <a:pt x="17" y="100"/>
                  </a:cubicBezTo>
                  <a:cubicBezTo>
                    <a:pt x="17" y="150"/>
                    <a:pt x="50" y="183"/>
                    <a:pt x="100" y="183"/>
                  </a:cubicBezTo>
                  <a:lnTo>
                    <a:pt x="232" y="183"/>
                  </a:lnTo>
                  <a:cubicBezTo>
                    <a:pt x="281" y="183"/>
                    <a:pt x="331" y="133"/>
                    <a:pt x="331" y="84"/>
                  </a:cubicBezTo>
                  <a:cubicBezTo>
                    <a:pt x="314" y="34"/>
                    <a:pt x="281" y="1"/>
                    <a:pt x="2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7" name="Google Shape;6957;p71"/>
            <p:cNvSpPr/>
            <p:nvPr/>
          </p:nvSpPr>
          <p:spPr>
            <a:xfrm>
              <a:off x="2224615" y="3312062"/>
              <a:ext cx="34504" cy="19872"/>
            </a:xfrm>
            <a:custGeom>
              <a:avLst/>
              <a:gdLst/>
              <a:ahLst/>
              <a:cxnLst/>
              <a:rect l="l" t="t" r="r" b="b"/>
              <a:pathLst>
                <a:path w="316" h="182" extrusionOk="0">
                  <a:moveTo>
                    <a:pt x="84" y="0"/>
                  </a:moveTo>
                  <a:cubicBezTo>
                    <a:pt x="34" y="0"/>
                    <a:pt x="1" y="49"/>
                    <a:pt x="1" y="99"/>
                  </a:cubicBezTo>
                  <a:cubicBezTo>
                    <a:pt x="1" y="148"/>
                    <a:pt x="51" y="181"/>
                    <a:pt x="100" y="181"/>
                  </a:cubicBezTo>
                  <a:lnTo>
                    <a:pt x="232" y="181"/>
                  </a:lnTo>
                  <a:cubicBezTo>
                    <a:pt x="282" y="181"/>
                    <a:pt x="315" y="132"/>
                    <a:pt x="315" y="82"/>
                  </a:cubicBezTo>
                  <a:cubicBezTo>
                    <a:pt x="315" y="33"/>
                    <a:pt x="265" y="0"/>
                    <a:pt x="2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8" name="Google Shape;6958;p71"/>
            <p:cNvSpPr/>
            <p:nvPr/>
          </p:nvSpPr>
          <p:spPr>
            <a:xfrm>
              <a:off x="2226471" y="3391332"/>
              <a:ext cx="34286" cy="20200"/>
            </a:xfrm>
            <a:custGeom>
              <a:avLst/>
              <a:gdLst/>
              <a:ahLst/>
              <a:cxnLst/>
              <a:rect l="l" t="t" r="r" b="b"/>
              <a:pathLst>
                <a:path w="314" h="185" extrusionOk="0">
                  <a:moveTo>
                    <a:pt x="100" y="1"/>
                  </a:moveTo>
                  <a:cubicBezTo>
                    <a:pt x="50" y="1"/>
                    <a:pt x="1" y="50"/>
                    <a:pt x="1" y="100"/>
                  </a:cubicBezTo>
                  <a:cubicBezTo>
                    <a:pt x="1" y="142"/>
                    <a:pt x="37" y="185"/>
                    <a:pt x="80" y="185"/>
                  </a:cubicBezTo>
                  <a:cubicBezTo>
                    <a:pt x="86" y="185"/>
                    <a:pt x="93" y="184"/>
                    <a:pt x="100" y="182"/>
                  </a:cubicBezTo>
                  <a:lnTo>
                    <a:pt x="232" y="182"/>
                  </a:lnTo>
                  <a:cubicBezTo>
                    <a:pt x="281" y="182"/>
                    <a:pt x="314" y="133"/>
                    <a:pt x="314" y="83"/>
                  </a:cubicBezTo>
                  <a:cubicBezTo>
                    <a:pt x="314" y="34"/>
                    <a:pt x="281" y="1"/>
                    <a:pt x="2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9" name="Google Shape;6959;p71"/>
            <p:cNvSpPr/>
            <p:nvPr/>
          </p:nvSpPr>
          <p:spPr>
            <a:xfrm>
              <a:off x="2228218" y="3472350"/>
              <a:ext cx="34504" cy="21728"/>
            </a:xfrm>
            <a:custGeom>
              <a:avLst/>
              <a:gdLst/>
              <a:ahLst/>
              <a:cxnLst/>
              <a:rect l="l" t="t" r="r" b="b"/>
              <a:pathLst>
                <a:path w="316" h="199" extrusionOk="0">
                  <a:moveTo>
                    <a:pt x="84" y="1"/>
                  </a:moveTo>
                  <a:cubicBezTo>
                    <a:pt x="34" y="18"/>
                    <a:pt x="1" y="51"/>
                    <a:pt x="1" y="100"/>
                  </a:cubicBezTo>
                  <a:cubicBezTo>
                    <a:pt x="1" y="150"/>
                    <a:pt x="34" y="199"/>
                    <a:pt x="84" y="199"/>
                  </a:cubicBezTo>
                  <a:lnTo>
                    <a:pt x="216" y="183"/>
                  </a:lnTo>
                  <a:cubicBezTo>
                    <a:pt x="265" y="183"/>
                    <a:pt x="315" y="150"/>
                    <a:pt x="315" y="100"/>
                  </a:cubicBezTo>
                  <a:cubicBezTo>
                    <a:pt x="315" y="34"/>
                    <a:pt x="265" y="1"/>
                    <a:pt x="2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0" name="Google Shape;6960;p71"/>
            <p:cNvSpPr/>
            <p:nvPr/>
          </p:nvSpPr>
          <p:spPr>
            <a:xfrm>
              <a:off x="2230074" y="3551730"/>
              <a:ext cx="34286" cy="20309"/>
            </a:xfrm>
            <a:custGeom>
              <a:avLst/>
              <a:gdLst/>
              <a:ahLst/>
              <a:cxnLst/>
              <a:rect l="l" t="t" r="r" b="b"/>
              <a:pathLst>
                <a:path w="314" h="186" extrusionOk="0">
                  <a:moveTo>
                    <a:pt x="83" y="0"/>
                  </a:moveTo>
                  <a:cubicBezTo>
                    <a:pt x="34" y="0"/>
                    <a:pt x="1" y="50"/>
                    <a:pt x="1" y="99"/>
                  </a:cubicBezTo>
                  <a:cubicBezTo>
                    <a:pt x="1" y="143"/>
                    <a:pt x="26" y="185"/>
                    <a:pt x="64" y="185"/>
                  </a:cubicBezTo>
                  <a:cubicBezTo>
                    <a:pt x="70" y="185"/>
                    <a:pt x="76" y="184"/>
                    <a:pt x="83" y="182"/>
                  </a:cubicBezTo>
                  <a:lnTo>
                    <a:pt x="215" y="182"/>
                  </a:lnTo>
                  <a:cubicBezTo>
                    <a:pt x="265" y="182"/>
                    <a:pt x="314" y="132"/>
                    <a:pt x="314" y="83"/>
                  </a:cubicBezTo>
                  <a:cubicBezTo>
                    <a:pt x="314" y="33"/>
                    <a:pt x="265" y="0"/>
                    <a:pt x="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1" name="Google Shape;6961;p71"/>
            <p:cNvSpPr/>
            <p:nvPr/>
          </p:nvSpPr>
          <p:spPr>
            <a:xfrm>
              <a:off x="2406742" y="2592839"/>
              <a:ext cx="34286" cy="19981"/>
            </a:xfrm>
            <a:custGeom>
              <a:avLst/>
              <a:gdLst/>
              <a:ahLst/>
              <a:cxnLst/>
              <a:rect l="l" t="t" r="r" b="b"/>
              <a:pathLst>
                <a:path w="314" h="183" extrusionOk="0">
                  <a:moveTo>
                    <a:pt x="100" y="0"/>
                  </a:moveTo>
                  <a:cubicBezTo>
                    <a:pt x="34" y="0"/>
                    <a:pt x="1" y="33"/>
                    <a:pt x="1" y="84"/>
                  </a:cubicBezTo>
                  <a:cubicBezTo>
                    <a:pt x="1" y="132"/>
                    <a:pt x="34" y="183"/>
                    <a:pt x="83" y="183"/>
                  </a:cubicBezTo>
                  <a:lnTo>
                    <a:pt x="215" y="183"/>
                  </a:lnTo>
                  <a:cubicBezTo>
                    <a:pt x="265" y="183"/>
                    <a:pt x="314" y="150"/>
                    <a:pt x="314" y="99"/>
                  </a:cubicBezTo>
                  <a:cubicBezTo>
                    <a:pt x="314" y="33"/>
                    <a:pt x="265" y="0"/>
                    <a:pt x="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2" name="Google Shape;6962;p71"/>
            <p:cNvSpPr/>
            <p:nvPr/>
          </p:nvSpPr>
          <p:spPr>
            <a:xfrm>
              <a:off x="2406742" y="2673966"/>
              <a:ext cx="34286" cy="19872"/>
            </a:xfrm>
            <a:custGeom>
              <a:avLst/>
              <a:gdLst/>
              <a:ahLst/>
              <a:cxnLst/>
              <a:rect l="l" t="t" r="r" b="b"/>
              <a:pathLst>
                <a:path w="314" h="182" extrusionOk="0">
                  <a:moveTo>
                    <a:pt x="100" y="1"/>
                  </a:moveTo>
                  <a:cubicBezTo>
                    <a:pt x="49" y="1"/>
                    <a:pt x="1" y="34"/>
                    <a:pt x="1" y="83"/>
                  </a:cubicBezTo>
                  <a:cubicBezTo>
                    <a:pt x="1" y="133"/>
                    <a:pt x="34" y="182"/>
                    <a:pt x="83" y="182"/>
                  </a:cubicBezTo>
                  <a:lnTo>
                    <a:pt x="215" y="182"/>
                  </a:lnTo>
                  <a:cubicBezTo>
                    <a:pt x="265" y="182"/>
                    <a:pt x="314" y="149"/>
                    <a:pt x="314" y="100"/>
                  </a:cubicBezTo>
                  <a:cubicBezTo>
                    <a:pt x="314" y="50"/>
                    <a:pt x="281" y="1"/>
                    <a:pt x="2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3" name="Google Shape;6963;p71"/>
            <p:cNvSpPr/>
            <p:nvPr/>
          </p:nvSpPr>
          <p:spPr>
            <a:xfrm>
              <a:off x="2406742" y="2751380"/>
              <a:ext cx="34286" cy="20418"/>
            </a:xfrm>
            <a:custGeom>
              <a:avLst/>
              <a:gdLst/>
              <a:ahLst/>
              <a:cxnLst/>
              <a:rect l="l" t="t" r="r" b="b"/>
              <a:pathLst>
                <a:path w="314" h="187" extrusionOk="0">
                  <a:moveTo>
                    <a:pt x="100" y="1"/>
                  </a:moveTo>
                  <a:cubicBezTo>
                    <a:pt x="49" y="1"/>
                    <a:pt x="1" y="51"/>
                    <a:pt x="1" y="100"/>
                  </a:cubicBezTo>
                  <a:cubicBezTo>
                    <a:pt x="1" y="150"/>
                    <a:pt x="49" y="183"/>
                    <a:pt x="100" y="183"/>
                  </a:cubicBezTo>
                  <a:lnTo>
                    <a:pt x="232" y="183"/>
                  </a:lnTo>
                  <a:cubicBezTo>
                    <a:pt x="238" y="185"/>
                    <a:pt x="244" y="186"/>
                    <a:pt x="250" y="186"/>
                  </a:cubicBezTo>
                  <a:cubicBezTo>
                    <a:pt x="289" y="186"/>
                    <a:pt x="314" y="144"/>
                    <a:pt x="314" y="100"/>
                  </a:cubicBezTo>
                  <a:cubicBezTo>
                    <a:pt x="314" y="51"/>
                    <a:pt x="281" y="1"/>
                    <a:pt x="2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4" name="Google Shape;6964;p71"/>
            <p:cNvSpPr/>
            <p:nvPr/>
          </p:nvSpPr>
          <p:spPr>
            <a:xfrm>
              <a:off x="2410345" y="2832616"/>
              <a:ext cx="34286" cy="21728"/>
            </a:xfrm>
            <a:custGeom>
              <a:avLst/>
              <a:gdLst/>
              <a:ahLst/>
              <a:cxnLst/>
              <a:rect l="l" t="t" r="r" b="b"/>
              <a:pathLst>
                <a:path w="314" h="199" extrusionOk="0">
                  <a:moveTo>
                    <a:pt x="83" y="0"/>
                  </a:moveTo>
                  <a:cubicBezTo>
                    <a:pt x="34" y="0"/>
                    <a:pt x="1" y="49"/>
                    <a:pt x="1" y="100"/>
                  </a:cubicBezTo>
                  <a:cubicBezTo>
                    <a:pt x="1" y="148"/>
                    <a:pt x="34" y="181"/>
                    <a:pt x="83" y="181"/>
                  </a:cubicBezTo>
                  <a:lnTo>
                    <a:pt x="215" y="199"/>
                  </a:lnTo>
                  <a:cubicBezTo>
                    <a:pt x="265" y="199"/>
                    <a:pt x="314" y="148"/>
                    <a:pt x="314" y="100"/>
                  </a:cubicBezTo>
                  <a:cubicBezTo>
                    <a:pt x="314" y="49"/>
                    <a:pt x="265" y="16"/>
                    <a:pt x="2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5" name="Google Shape;6965;p71"/>
            <p:cNvSpPr/>
            <p:nvPr/>
          </p:nvSpPr>
          <p:spPr>
            <a:xfrm>
              <a:off x="2410345" y="2910031"/>
              <a:ext cx="34286" cy="21728"/>
            </a:xfrm>
            <a:custGeom>
              <a:avLst/>
              <a:gdLst/>
              <a:ahLst/>
              <a:cxnLst/>
              <a:rect l="l" t="t" r="r" b="b"/>
              <a:pathLst>
                <a:path w="314" h="199" extrusionOk="0">
                  <a:moveTo>
                    <a:pt x="83" y="1"/>
                  </a:moveTo>
                  <a:cubicBezTo>
                    <a:pt x="34" y="1"/>
                    <a:pt x="1" y="51"/>
                    <a:pt x="1" y="100"/>
                  </a:cubicBezTo>
                  <a:cubicBezTo>
                    <a:pt x="1" y="150"/>
                    <a:pt x="34" y="183"/>
                    <a:pt x="83" y="183"/>
                  </a:cubicBezTo>
                  <a:lnTo>
                    <a:pt x="215" y="199"/>
                  </a:lnTo>
                  <a:cubicBezTo>
                    <a:pt x="265" y="199"/>
                    <a:pt x="314" y="150"/>
                    <a:pt x="314" y="100"/>
                  </a:cubicBezTo>
                  <a:cubicBezTo>
                    <a:pt x="314" y="51"/>
                    <a:pt x="265" y="18"/>
                    <a:pt x="215" y="18"/>
                  </a:cubicBezTo>
                  <a:lnTo>
                    <a:pt x="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6" name="Google Shape;6966;p71"/>
            <p:cNvSpPr/>
            <p:nvPr/>
          </p:nvSpPr>
          <p:spPr>
            <a:xfrm>
              <a:off x="2410345" y="2992577"/>
              <a:ext cx="34286" cy="20418"/>
            </a:xfrm>
            <a:custGeom>
              <a:avLst/>
              <a:gdLst/>
              <a:ahLst/>
              <a:cxnLst/>
              <a:rect l="l" t="t" r="r" b="b"/>
              <a:pathLst>
                <a:path w="314" h="187" extrusionOk="0">
                  <a:moveTo>
                    <a:pt x="75" y="1"/>
                  </a:moveTo>
                  <a:cubicBezTo>
                    <a:pt x="26" y="1"/>
                    <a:pt x="1" y="44"/>
                    <a:pt x="1" y="87"/>
                  </a:cubicBezTo>
                  <a:cubicBezTo>
                    <a:pt x="1" y="136"/>
                    <a:pt x="34" y="186"/>
                    <a:pt x="83" y="186"/>
                  </a:cubicBezTo>
                  <a:lnTo>
                    <a:pt x="215" y="186"/>
                  </a:lnTo>
                  <a:cubicBezTo>
                    <a:pt x="265" y="186"/>
                    <a:pt x="314" y="153"/>
                    <a:pt x="314" y="87"/>
                  </a:cubicBezTo>
                  <a:cubicBezTo>
                    <a:pt x="314" y="37"/>
                    <a:pt x="265" y="4"/>
                    <a:pt x="215" y="4"/>
                  </a:cubicBezTo>
                  <a:lnTo>
                    <a:pt x="100" y="4"/>
                  </a:lnTo>
                  <a:cubicBezTo>
                    <a:pt x="91" y="2"/>
                    <a:pt x="83" y="1"/>
                    <a:pt x="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7" name="Google Shape;6967;p71"/>
            <p:cNvSpPr/>
            <p:nvPr/>
          </p:nvSpPr>
          <p:spPr>
            <a:xfrm>
              <a:off x="2408489" y="3071957"/>
              <a:ext cx="34395" cy="20309"/>
            </a:xfrm>
            <a:custGeom>
              <a:avLst/>
              <a:gdLst/>
              <a:ahLst/>
              <a:cxnLst/>
              <a:rect l="l" t="t" r="r" b="b"/>
              <a:pathLst>
                <a:path w="315" h="186" extrusionOk="0">
                  <a:moveTo>
                    <a:pt x="80" y="0"/>
                  </a:moveTo>
                  <a:cubicBezTo>
                    <a:pt x="38" y="0"/>
                    <a:pt x="0" y="43"/>
                    <a:pt x="0" y="86"/>
                  </a:cubicBezTo>
                  <a:cubicBezTo>
                    <a:pt x="0" y="135"/>
                    <a:pt x="33" y="185"/>
                    <a:pt x="84" y="185"/>
                  </a:cubicBezTo>
                  <a:lnTo>
                    <a:pt x="216" y="185"/>
                  </a:lnTo>
                  <a:cubicBezTo>
                    <a:pt x="265" y="185"/>
                    <a:pt x="315" y="152"/>
                    <a:pt x="315" y="86"/>
                  </a:cubicBezTo>
                  <a:cubicBezTo>
                    <a:pt x="315" y="36"/>
                    <a:pt x="282" y="3"/>
                    <a:pt x="216" y="3"/>
                  </a:cubicBezTo>
                  <a:lnTo>
                    <a:pt x="100" y="3"/>
                  </a:lnTo>
                  <a:cubicBezTo>
                    <a:pt x="93" y="1"/>
                    <a:pt x="87" y="0"/>
                    <a:pt x="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8" name="Google Shape;6968;p71"/>
            <p:cNvSpPr/>
            <p:nvPr/>
          </p:nvSpPr>
          <p:spPr>
            <a:xfrm>
              <a:off x="2408489" y="3153411"/>
              <a:ext cx="34395" cy="19872"/>
            </a:xfrm>
            <a:custGeom>
              <a:avLst/>
              <a:gdLst/>
              <a:ahLst/>
              <a:cxnLst/>
              <a:rect l="l" t="t" r="r" b="b"/>
              <a:pathLst>
                <a:path w="315" h="182" extrusionOk="0">
                  <a:moveTo>
                    <a:pt x="100" y="1"/>
                  </a:moveTo>
                  <a:cubicBezTo>
                    <a:pt x="51" y="1"/>
                    <a:pt x="0" y="34"/>
                    <a:pt x="0" y="83"/>
                  </a:cubicBezTo>
                  <a:cubicBezTo>
                    <a:pt x="0" y="133"/>
                    <a:pt x="33" y="182"/>
                    <a:pt x="84" y="182"/>
                  </a:cubicBezTo>
                  <a:lnTo>
                    <a:pt x="216" y="182"/>
                  </a:lnTo>
                  <a:cubicBezTo>
                    <a:pt x="265" y="182"/>
                    <a:pt x="315" y="149"/>
                    <a:pt x="315" y="100"/>
                  </a:cubicBezTo>
                  <a:cubicBezTo>
                    <a:pt x="315" y="50"/>
                    <a:pt x="282" y="1"/>
                    <a:pt x="2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9" name="Google Shape;6969;p71"/>
            <p:cNvSpPr/>
            <p:nvPr/>
          </p:nvSpPr>
          <p:spPr>
            <a:xfrm>
              <a:off x="2406742" y="3232791"/>
              <a:ext cx="34286" cy="19763"/>
            </a:xfrm>
            <a:custGeom>
              <a:avLst/>
              <a:gdLst/>
              <a:ahLst/>
              <a:cxnLst/>
              <a:rect l="l" t="t" r="r" b="b"/>
              <a:pathLst>
                <a:path w="314" h="181" extrusionOk="0">
                  <a:moveTo>
                    <a:pt x="100" y="0"/>
                  </a:moveTo>
                  <a:cubicBezTo>
                    <a:pt x="49" y="0"/>
                    <a:pt x="1" y="33"/>
                    <a:pt x="1" y="82"/>
                  </a:cubicBezTo>
                  <a:cubicBezTo>
                    <a:pt x="1" y="132"/>
                    <a:pt x="49" y="181"/>
                    <a:pt x="100" y="181"/>
                  </a:cubicBezTo>
                  <a:lnTo>
                    <a:pt x="232" y="181"/>
                  </a:lnTo>
                  <a:cubicBezTo>
                    <a:pt x="281" y="181"/>
                    <a:pt x="314" y="148"/>
                    <a:pt x="314" y="82"/>
                  </a:cubicBezTo>
                  <a:cubicBezTo>
                    <a:pt x="314" y="33"/>
                    <a:pt x="281" y="0"/>
                    <a:pt x="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0" name="Google Shape;6970;p71"/>
            <p:cNvSpPr/>
            <p:nvPr/>
          </p:nvSpPr>
          <p:spPr>
            <a:xfrm>
              <a:off x="2406742" y="3313809"/>
              <a:ext cx="36142" cy="19981"/>
            </a:xfrm>
            <a:custGeom>
              <a:avLst/>
              <a:gdLst/>
              <a:ahLst/>
              <a:cxnLst/>
              <a:rect l="l" t="t" r="r" b="b"/>
              <a:pathLst>
                <a:path w="331" h="183" extrusionOk="0">
                  <a:moveTo>
                    <a:pt x="100" y="0"/>
                  </a:moveTo>
                  <a:cubicBezTo>
                    <a:pt x="49" y="0"/>
                    <a:pt x="16" y="33"/>
                    <a:pt x="1" y="83"/>
                  </a:cubicBezTo>
                  <a:cubicBezTo>
                    <a:pt x="1" y="132"/>
                    <a:pt x="49" y="182"/>
                    <a:pt x="100" y="182"/>
                  </a:cubicBezTo>
                  <a:lnTo>
                    <a:pt x="232" y="182"/>
                  </a:lnTo>
                  <a:cubicBezTo>
                    <a:pt x="281" y="182"/>
                    <a:pt x="314" y="149"/>
                    <a:pt x="314" y="99"/>
                  </a:cubicBezTo>
                  <a:cubicBezTo>
                    <a:pt x="331" y="50"/>
                    <a:pt x="281" y="0"/>
                    <a:pt x="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1" name="Google Shape;6971;p71"/>
            <p:cNvSpPr/>
            <p:nvPr/>
          </p:nvSpPr>
          <p:spPr>
            <a:xfrm>
              <a:off x="2404886" y="3393079"/>
              <a:ext cx="36142" cy="19981"/>
            </a:xfrm>
            <a:custGeom>
              <a:avLst/>
              <a:gdLst/>
              <a:ahLst/>
              <a:cxnLst/>
              <a:rect l="l" t="t" r="r" b="b"/>
              <a:pathLst>
                <a:path w="331" h="183" extrusionOk="0">
                  <a:moveTo>
                    <a:pt x="100" y="1"/>
                  </a:moveTo>
                  <a:cubicBezTo>
                    <a:pt x="51" y="1"/>
                    <a:pt x="18" y="34"/>
                    <a:pt x="18" y="84"/>
                  </a:cubicBezTo>
                  <a:cubicBezTo>
                    <a:pt x="0" y="133"/>
                    <a:pt x="51" y="183"/>
                    <a:pt x="100" y="183"/>
                  </a:cubicBezTo>
                  <a:lnTo>
                    <a:pt x="232" y="183"/>
                  </a:lnTo>
                  <a:cubicBezTo>
                    <a:pt x="282" y="183"/>
                    <a:pt x="315" y="150"/>
                    <a:pt x="331" y="100"/>
                  </a:cubicBezTo>
                  <a:cubicBezTo>
                    <a:pt x="331" y="51"/>
                    <a:pt x="282" y="1"/>
                    <a:pt x="2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2" name="Google Shape;6972;p71"/>
            <p:cNvSpPr/>
            <p:nvPr/>
          </p:nvSpPr>
          <p:spPr>
            <a:xfrm>
              <a:off x="2406742" y="3474206"/>
              <a:ext cx="34286" cy="19872"/>
            </a:xfrm>
            <a:custGeom>
              <a:avLst/>
              <a:gdLst/>
              <a:ahLst/>
              <a:cxnLst/>
              <a:rect l="l" t="t" r="r" b="b"/>
              <a:pathLst>
                <a:path w="314" h="182" extrusionOk="0">
                  <a:moveTo>
                    <a:pt x="83" y="1"/>
                  </a:moveTo>
                  <a:cubicBezTo>
                    <a:pt x="34" y="1"/>
                    <a:pt x="1" y="34"/>
                    <a:pt x="1" y="83"/>
                  </a:cubicBezTo>
                  <a:cubicBezTo>
                    <a:pt x="1" y="149"/>
                    <a:pt x="34" y="182"/>
                    <a:pt x="83" y="182"/>
                  </a:cubicBezTo>
                  <a:lnTo>
                    <a:pt x="215" y="182"/>
                  </a:lnTo>
                  <a:cubicBezTo>
                    <a:pt x="265" y="182"/>
                    <a:pt x="314" y="149"/>
                    <a:pt x="314" y="100"/>
                  </a:cubicBezTo>
                  <a:cubicBezTo>
                    <a:pt x="314" y="50"/>
                    <a:pt x="265"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3" name="Google Shape;6973;p71"/>
            <p:cNvSpPr/>
            <p:nvPr/>
          </p:nvSpPr>
          <p:spPr>
            <a:xfrm>
              <a:off x="2404886" y="3553586"/>
              <a:ext cx="34395" cy="19872"/>
            </a:xfrm>
            <a:custGeom>
              <a:avLst/>
              <a:gdLst/>
              <a:ahLst/>
              <a:cxnLst/>
              <a:rect l="l" t="t" r="r" b="b"/>
              <a:pathLst>
                <a:path w="315" h="182" extrusionOk="0">
                  <a:moveTo>
                    <a:pt x="100" y="0"/>
                  </a:moveTo>
                  <a:cubicBezTo>
                    <a:pt x="51" y="0"/>
                    <a:pt x="0" y="33"/>
                    <a:pt x="0" y="82"/>
                  </a:cubicBezTo>
                  <a:cubicBezTo>
                    <a:pt x="0" y="132"/>
                    <a:pt x="51" y="181"/>
                    <a:pt x="100" y="181"/>
                  </a:cubicBezTo>
                  <a:lnTo>
                    <a:pt x="232" y="181"/>
                  </a:lnTo>
                  <a:cubicBezTo>
                    <a:pt x="282" y="181"/>
                    <a:pt x="315" y="148"/>
                    <a:pt x="315" y="99"/>
                  </a:cubicBezTo>
                  <a:cubicBezTo>
                    <a:pt x="315" y="49"/>
                    <a:pt x="282" y="0"/>
                    <a:pt x="2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4" name="Google Shape;6974;p71"/>
            <p:cNvSpPr/>
            <p:nvPr/>
          </p:nvSpPr>
          <p:spPr>
            <a:xfrm>
              <a:off x="2320265" y="3826665"/>
              <a:ext cx="59509" cy="572252"/>
            </a:xfrm>
            <a:custGeom>
              <a:avLst/>
              <a:gdLst/>
              <a:ahLst/>
              <a:cxnLst/>
              <a:rect l="l" t="t" r="r" b="b"/>
              <a:pathLst>
                <a:path w="545" h="5241" extrusionOk="0">
                  <a:moveTo>
                    <a:pt x="272" y="0"/>
                  </a:moveTo>
                  <a:cubicBezTo>
                    <a:pt x="227" y="0"/>
                    <a:pt x="182" y="25"/>
                    <a:pt x="165" y="74"/>
                  </a:cubicBezTo>
                  <a:lnTo>
                    <a:pt x="49" y="618"/>
                  </a:lnTo>
                  <a:cubicBezTo>
                    <a:pt x="0" y="1114"/>
                    <a:pt x="66" y="5126"/>
                    <a:pt x="66" y="5126"/>
                  </a:cubicBezTo>
                  <a:cubicBezTo>
                    <a:pt x="66" y="5192"/>
                    <a:pt x="148" y="5240"/>
                    <a:pt x="247" y="5240"/>
                  </a:cubicBezTo>
                  <a:lnTo>
                    <a:pt x="363" y="5240"/>
                  </a:lnTo>
                  <a:cubicBezTo>
                    <a:pt x="462" y="5240"/>
                    <a:pt x="544" y="5192"/>
                    <a:pt x="544" y="5126"/>
                  </a:cubicBezTo>
                  <a:lnTo>
                    <a:pt x="511" y="618"/>
                  </a:lnTo>
                  <a:cubicBezTo>
                    <a:pt x="511" y="618"/>
                    <a:pt x="445" y="321"/>
                    <a:pt x="379" y="74"/>
                  </a:cubicBezTo>
                  <a:cubicBezTo>
                    <a:pt x="363" y="25"/>
                    <a:pt x="318" y="0"/>
                    <a:pt x="2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75" name="Google Shape;6975;p71"/>
          <p:cNvGrpSpPr/>
          <p:nvPr/>
        </p:nvGrpSpPr>
        <p:grpSpPr>
          <a:xfrm>
            <a:off x="6341266" y="4341350"/>
            <a:ext cx="1111938" cy="839345"/>
            <a:chOff x="4254163" y="3211772"/>
            <a:chExt cx="1574315" cy="1188369"/>
          </a:xfrm>
        </p:grpSpPr>
        <p:sp>
          <p:nvSpPr>
            <p:cNvPr id="6976" name="Google Shape;6976;p71"/>
            <p:cNvSpPr/>
            <p:nvPr/>
          </p:nvSpPr>
          <p:spPr>
            <a:xfrm>
              <a:off x="4359833" y="3211772"/>
              <a:ext cx="1344346" cy="1188369"/>
            </a:xfrm>
            <a:custGeom>
              <a:avLst/>
              <a:gdLst/>
              <a:ahLst/>
              <a:cxnLst/>
              <a:rect l="l" t="t" r="r" b="b"/>
              <a:pathLst>
                <a:path w="20355" h="17994" extrusionOk="0">
                  <a:moveTo>
                    <a:pt x="10188" y="1"/>
                  </a:moveTo>
                  <a:cubicBezTo>
                    <a:pt x="7451" y="1"/>
                    <a:pt x="4746" y="1246"/>
                    <a:pt x="2972" y="3607"/>
                  </a:cubicBezTo>
                  <a:cubicBezTo>
                    <a:pt x="1" y="7586"/>
                    <a:pt x="810" y="13231"/>
                    <a:pt x="4788" y="16203"/>
                  </a:cubicBezTo>
                  <a:cubicBezTo>
                    <a:pt x="6404" y="17410"/>
                    <a:pt x="8293" y="17993"/>
                    <a:pt x="10167" y="17993"/>
                  </a:cubicBezTo>
                  <a:cubicBezTo>
                    <a:pt x="12905" y="17993"/>
                    <a:pt x="15609" y="16748"/>
                    <a:pt x="17383" y="14387"/>
                  </a:cubicBezTo>
                  <a:cubicBezTo>
                    <a:pt x="20355" y="10408"/>
                    <a:pt x="19545" y="4780"/>
                    <a:pt x="15568" y="1791"/>
                  </a:cubicBezTo>
                  <a:cubicBezTo>
                    <a:pt x="13951" y="584"/>
                    <a:pt x="12062" y="1"/>
                    <a:pt x="10188" y="1"/>
                  </a:cubicBezTo>
                  <a:close/>
                </a:path>
              </a:pathLst>
            </a:custGeom>
            <a:solidFill>
              <a:schemeClr val="tx1">
                <a:lumMod val="10000"/>
                <a:lumOff val="9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7" name="Google Shape;6977;p71"/>
            <p:cNvSpPr/>
            <p:nvPr/>
          </p:nvSpPr>
          <p:spPr>
            <a:xfrm>
              <a:off x="5282135" y="3327877"/>
              <a:ext cx="332669" cy="528802"/>
            </a:xfrm>
            <a:custGeom>
              <a:avLst/>
              <a:gdLst/>
              <a:ahLst/>
              <a:cxnLst/>
              <a:rect l="l" t="t" r="r" b="b"/>
              <a:pathLst>
                <a:path w="5037" h="8007" extrusionOk="0">
                  <a:moveTo>
                    <a:pt x="562" y="0"/>
                  </a:moveTo>
                  <a:lnTo>
                    <a:pt x="562" y="0"/>
                  </a:lnTo>
                  <a:cubicBezTo>
                    <a:pt x="1" y="777"/>
                    <a:pt x="777" y="711"/>
                    <a:pt x="826" y="1536"/>
                  </a:cubicBezTo>
                  <a:cubicBezTo>
                    <a:pt x="892" y="2344"/>
                    <a:pt x="1123" y="2146"/>
                    <a:pt x="1288" y="2361"/>
                  </a:cubicBezTo>
                  <a:cubicBezTo>
                    <a:pt x="1453" y="2560"/>
                    <a:pt x="1189" y="3137"/>
                    <a:pt x="1321" y="3781"/>
                  </a:cubicBezTo>
                  <a:cubicBezTo>
                    <a:pt x="1453" y="4441"/>
                    <a:pt x="2015" y="4292"/>
                    <a:pt x="2675" y="4688"/>
                  </a:cubicBezTo>
                  <a:cubicBezTo>
                    <a:pt x="2882" y="4807"/>
                    <a:pt x="3035" y="4844"/>
                    <a:pt x="3153" y="4844"/>
                  </a:cubicBezTo>
                  <a:cubicBezTo>
                    <a:pt x="3340" y="4844"/>
                    <a:pt x="3439" y="4753"/>
                    <a:pt x="3523" y="4753"/>
                  </a:cubicBezTo>
                  <a:cubicBezTo>
                    <a:pt x="3555" y="4753"/>
                    <a:pt x="3585" y="4766"/>
                    <a:pt x="3616" y="4804"/>
                  </a:cubicBezTo>
                  <a:cubicBezTo>
                    <a:pt x="3797" y="5018"/>
                    <a:pt x="4094" y="5069"/>
                    <a:pt x="4194" y="5150"/>
                  </a:cubicBezTo>
                  <a:cubicBezTo>
                    <a:pt x="4277" y="5250"/>
                    <a:pt x="4161" y="5481"/>
                    <a:pt x="4392" y="5679"/>
                  </a:cubicBezTo>
                  <a:cubicBezTo>
                    <a:pt x="4607" y="5861"/>
                    <a:pt x="5036" y="8007"/>
                    <a:pt x="5036" y="8007"/>
                  </a:cubicBezTo>
                  <a:cubicBezTo>
                    <a:pt x="5036" y="8007"/>
                    <a:pt x="4937" y="4853"/>
                    <a:pt x="4094" y="3781"/>
                  </a:cubicBezTo>
                  <a:cubicBezTo>
                    <a:pt x="3253" y="2692"/>
                    <a:pt x="3517" y="2542"/>
                    <a:pt x="2708" y="1437"/>
                  </a:cubicBezTo>
                  <a:cubicBezTo>
                    <a:pt x="1916" y="330"/>
                    <a:pt x="562" y="0"/>
                    <a:pt x="562" y="0"/>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8" name="Google Shape;6978;p71"/>
            <p:cNvSpPr/>
            <p:nvPr/>
          </p:nvSpPr>
          <p:spPr>
            <a:xfrm>
              <a:off x="4896241" y="3558897"/>
              <a:ext cx="647637" cy="602440"/>
            </a:xfrm>
            <a:custGeom>
              <a:avLst/>
              <a:gdLst/>
              <a:ahLst/>
              <a:cxnLst/>
              <a:rect l="l" t="t" r="r" b="b"/>
              <a:pathLst>
                <a:path w="9806" h="9122" extrusionOk="0">
                  <a:moveTo>
                    <a:pt x="3873" y="1"/>
                  </a:moveTo>
                  <a:cubicBezTo>
                    <a:pt x="3643" y="1"/>
                    <a:pt x="3517" y="176"/>
                    <a:pt x="3123" y="176"/>
                  </a:cubicBezTo>
                  <a:cubicBezTo>
                    <a:pt x="3072" y="176"/>
                    <a:pt x="3016" y="174"/>
                    <a:pt x="2956" y="167"/>
                  </a:cubicBezTo>
                  <a:cubicBezTo>
                    <a:pt x="2878" y="158"/>
                    <a:pt x="2808" y="154"/>
                    <a:pt x="2744" y="154"/>
                  </a:cubicBezTo>
                  <a:cubicBezTo>
                    <a:pt x="2192" y="154"/>
                    <a:pt x="2089" y="455"/>
                    <a:pt x="1734" y="794"/>
                  </a:cubicBezTo>
                  <a:cubicBezTo>
                    <a:pt x="1338" y="1157"/>
                    <a:pt x="612" y="1388"/>
                    <a:pt x="414" y="2082"/>
                  </a:cubicBezTo>
                  <a:cubicBezTo>
                    <a:pt x="330" y="2346"/>
                    <a:pt x="248" y="2577"/>
                    <a:pt x="165" y="2759"/>
                  </a:cubicBezTo>
                  <a:cubicBezTo>
                    <a:pt x="0" y="3171"/>
                    <a:pt x="149" y="3633"/>
                    <a:pt x="546" y="3849"/>
                  </a:cubicBezTo>
                  <a:cubicBezTo>
                    <a:pt x="546" y="3864"/>
                    <a:pt x="546" y="3864"/>
                    <a:pt x="561" y="3864"/>
                  </a:cubicBezTo>
                  <a:cubicBezTo>
                    <a:pt x="1090" y="4162"/>
                    <a:pt x="843" y="5268"/>
                    <a:pt x="594" y="5845"/>
                  </a:cubicBezTo>
                  <a:cubicBezTo>
                    <a:pt x="330" y="6424"/>
                    <a:pt x="1156" y="6340"/>
                    <a:pt x="1288" y="6836"/>
                  </a:cubicBezTo>
                  <a:cubicBezTo>
                    <a:pt x="1437" y="7348"/>
                    <a:pt x="1437" y="6985"/>
                    <a:pt x="2377" y="7265"/>
                  </a:cubicBezTo>
                  <a:cubicBezTo>
                    <a:pt x="3302" y="7529"/>
                    <a:pt x="2923" y="8438"/>
                    <a:pt x="3286" y="8999"/>
                  </a:cubicBezTo>
                  <a:cubicBezTo>
                    <a:pt x="3343" y="9085"/>
                    <a:pt x="3432" y="9122"/>
                    <a:pt x="3542" y="9122"/>
                  </a:cubicBezTo>
                  <a:cubicBezTo>
                    <a:pt x="4126" y="9122"/>
                    <a:pt x="5312" y="8081"/>
                    <a:pt x="5646" y="7859"/>
                  </a:cubicBezTo>
                  <a:cubicBezTo>
                    <a:pt x="5722" y="7808"/>
                    <a:pt x="5822" y="7790"/>
                    <a:pt x="5935" y="7790"/>
                  </a:cubicBezTo>
                  <a:cubicBezTo>
                    <a:pt x="6191" y="7790"/>
                    <a:pt x="6517" y="7881"/>
                    <a:pt x="6806" y="7881"/>
                  </a:cubicBezTo>
                  <a:cubicBezTo>
                    <a:pt x="7050" y="7881"/>
                    <a:pt x="7268" y="7816"/>
                    <a:pt x="7395" y="7579"/>
                  </a:cubicBezTo>
                  <a:cubicBezTo>
                    <a:pt x="7726" y="6935"/>
                    <a:pt x="8469" y="7183"/>
                    <a:pt x="9145" y="6407"/>
                  </a:cubicBezTo>
                  <a:cubicBezTo>
                    <a:pt x="9805" y="5647"/>
                    <a:pt x="9145" y="5218"/>
                    <a:pt x="8535" y="4905"/>
                  </a:cubicBezTo>
                  <a:cubicBezTo>
                    <a:pt x="7941" y="4591"/>
                    <a:pt x="7626" y="4509"/>
                    <a:pt x="6867" y="4509"/>
                  </a:cubicBezTo>
                  <a:cubicBezTo>
                    <a:pt x="6715" y="4509"/>
                    <a:pt x="6583" y="4510"/>
                    <a:pt x="6467" y="4510"/>
                  </a:cubicBezTo>
                  <a:cubicBezTo>
                    <a:pt x="6003" y="4510"/>
                    <a:pt x="5794" y="4489"/>
                    <a:pt x="5597" y="4278"/>
                  </a:cubicBezTo>
                  <a:cubicBezTo>
                    <a:pt x="5333" y="4014"/>
                    <a:pt x="5333" y="3798"/>
                    <a:pt x="4688" y="3717"/>
                  </a:cubicBezTo>
                  <a:cubicBezTo>
                    <a:pt x="4045" y="3633"/>
                    <a:pt x="4507" y="2792"/>
                    <a:pt x="4655" y="1752"/>
                  </a:cubicBezTo>
                  <a:cubicBezTo>
                    <a:pt x="4804" y="695"/>
                    <a:pt x="5018" y="563"/>
                    <a:pt x="4325" y="167"/>
                  </a:cubicBezTo>
                  <a:cubicBezTo>
                    <a:pt x="4121" y="43"/>
                    <a:pt x="3985" y="1"/>
                    <a:pt x="3873" y="1"/>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9" name="Google Shape;6979;p71"/>
            <p:cNvSpPr/>
            <p:nvPr/>
          </p:nvSpPr>
          <p:spPr>
            <a:xfrm>
              <a:off x="5023045" y="4159234"/>
              <a:ext cx="233799" cy="59438"/>
            </a:xfrm>
            <a:custGeom>
              <a:avLst/>
              <a:gdLst/>
              <a:ahLst/>
              <a:cxnLst/>
              <a:rect l="l" t="t" r="r" b="b"/>
              <a:pathLst>
                <a:path w="3540" h="900" extrusionOk="0">
                  <a:moveTo>
                    <a:pt x="2826" y="0"/>
                  </a:moveTo>
                  <a:cubicBezTo>
                    <a:pt x="2508" y="0"/>
                    <a:pt x="2149" y="35"/>
                    <a:pt x="1993" y="90"/>
                  </a:cubicBezTo>
                  <a:cubicBezTo>
                    <a:pt x="1927" y="107"/>
                    <a:pt x="1844" y="123"/>
                    <a:pt x="1745" y="140"/>
                  </a:cubicBezTo>
                  <a:cubicBezTo>
                    <a:pt x="1658" y="152"/>
                    <a:pt x="1571" y="157"/>
                    <a:pt x="1484" y="157"/>
                  </a:cubicBezTo>
                  <a:cubicBezTo>
                    <a:pt x="1323" y="157"/>
                    <a:pt x="1163" y="139"/>
                    <a:pt x="1003" y="107"/>
                  </a:cubicBezTo>
                  <a:cubicBezTo>
                    <a:pt x="884" y="81"/>
                    <a:pt x="785" y="69"/>
                    <a:pt x="702" y="69"/>
                  </a:cubicBezTo>
                  <a:cubicBezTo>
                    <a:pt x="0" y="69"/>
                    <a:pt x="456" y="899"/>
                    <a:pt x="650" y="899"/>
                  </a:cubicBezTo>
                  <a:cubicBezTo>
                    <a:pt x="652" y="899"/>
                    <a:pt x="654" y="899"/>
                    <a:pt x="655" y="899"/>
                  </a:cubicBezTo>
                  <a:cubicBezTo>
                    <a:pt x="804" y="878"/>
                    <a:pt x="959" y="850"/>
                    <a:pt x="1249" y="850"/>
                  </a:cubicBezTo>
                  <a:cubicBezTo>
                    <a:pt x="1409" y="850"/>
                    <a:pt x="1612" y="858"/>
                    <a:pt x="1877" y="882"/>
                  </a:cubicBezTo>
                  <a:cubicBezTo>
                    <a:pt x="1901" y="884"/>
                    <a:pt x="1924" y="884"/>
                    <a:pt x="1949" y="884"/>
                  </a:cubicBezTo>
                  <a:cubicBezTo>
                    <a:pt x="2678" y="884"/>
                    <a:pt x="3539" y="170"/>
                    <a:pt x="3380" y="74"/>
                  </a:cubicBezTo>
                  <a:cubicBezTo>
                    <a:pt x="3306" y="22"/>
                    <a:pt x="3080" y="0"/>
                    <a:pt x="2826" y="0"/>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0" name="Google Shape;6980;p71"/>
            <p:cNvSpPr/>
            <p:nvPr/>
          </p:nvSpPr>
          <p:spPr>
            <a:xfrm>
              <a:off x="5056860" y="3305290"/>
              <a:ext cx="121853" cy="67892"/>
            </a:xfrm>
            <a:custGeom>
              <a:avLst/>
              <a:gdLst/>
              <a:ahLst/>
              <a:cxnLst/>
              <a:rect l="l" t="t" r="r" b="b"/>
              <a:pathLst>
                <a:path w="1845" h="1028" extrusionOk="0">
                  <a:moveTo>
                    <a:pt x="916" y="0"/>
                  </a:moveTo>
                  <a:cubicBezTo>
                    <a:pt x="816" y="0"/>
                    <a:pt x="726" y="119"/>
                    <a:pt x="590" y="144"/>
                  </a:cubicBezTo>
                  <a:cubicBezTo>
                    <a:pt x="585" y="145"/>
                    <a:pt x="579" y="145"/>
                    <a:pt x="574" y="145"/>
                  </a:cubicBezTo>
                  <a:cubicBezTo>
                    <a:pt x="468" y="145"/>
                    <a:pt x="249" y="60"/>
                    <a:pt x="127" y="60"/>
                  </a:cubicBezTo>
                  <a:cubicBezTo>
                    <a:pt x="38" y="60"/>
                    <a:pt x="0" y="105"/>
                    <a:pt x="94" y="260"/>
                  </a:cubicBezTo>
                  <a:cubicBezTo>
                    <a:pt x="94" y="260"/>
                    <a:pt x="821" y="606"/>
                    <a:pt x="953" y="771"/>
                  </a:cubicBezTo>
                  <a:cubicBezTo>
                    <a:pt x="1036" y="904"/>
                    <a:pt x="1086" y="1028"/>
                    <a:pt x="1208" y="1028"/>
                  </a:cubicBezTo>
                  <a:cubicBezTo>
                    <a:pt x="1254" y="1028"/>
                    <a:pt x="1310" y="1010"/>
                    <a:pt x="1382" y="970"/>
                  </a:cubicBezTo>
                  <a:cubicBezTo>
                    <a:pt x="1629" y="837"/>
                    <a:pt x="1844" y="738"/>
                    <a:pt x="1497" y="540"/>
                  </a:cubicBezTo>
                  <a:cubicBezTo>
                    <a:pt x="1151" y="326"/>
                    <a:pt x="1167" y="177"/>
                    <a:pt x="1019" y="45"/>
                  </a:cubicBezTo>
                  <a:cubicBezTo>
                    <a:pt x="982" y="13"/>
                    <a:pt x="949" y="0"/>
                    <a:pt x="916" y="0"/>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1" name="Google Shape;6981;p71"/>
            <p:cNvSpPr/>
            <p:nvPr/>
          </p:nvSpPr>
          <p:spPr>
            <a:xfrm>
              <a:off x="4769767" y="3211970"/>
              <a:ext cx="425858" cy="120792"/>
            </a:xfrm>
            <a:custGeom>
              <a:avLst/>
              <a:gdLst/>
              <a:ahLst/>
              <a:cxnLst/>
              <a:rect l="l" t="t" r="r" b="b"/>
              <a:pathLst>
                <a:path w="6448" h="1829" extrusionOk="0">
                  <a:moveTo>
                    <a:pt x="3968" y="1"/>
                  </a:moveTo>
                  <a:cubicBezTo>
                    <a:pt x="3160" y="1"/>
                    <a:pt x="2359" y="109"/>
                    <a:pt x="1585" y="320"/>
                  </a:cubicBezTo>
                  <a:cubicBezTo>
                    <a:pt x="1602" y="336"/>
                    <a:pt x="1602" y="336"/>
                    <a:pt x="1618" y="336"/>
                  </a:cubicBezTo>
                  <a:cubicBezTo>
                    <a:pt x="1661" y="353"/>
                    <a:pt x="1701" y="360"/>
                    <a:pt x="1738" y="360"/>
                  </a:cubicBezTo>
                  <a:cubicBezTo>
                    <a:pt x="1881" y="360"/>
                    <a:pt x="1992" y="261"/>
                    <a:pt x="2096" y="261"/>
                  </a:cubicBezTo>
                  <a:cubicBezTo>
                    <a:pt x="2147" y="261"/>
                    <a:pt x="2195" y="284"/>
                    <a:pt x="2245" y="353"/>
                  </a:cubicBezTo>
                  <a:cubicBezTo>
                    <a:pt x="2428" y="584"/>
                    <a:pt x="1074" y="501"/>
                    <a:pt x="546" y="864"/>
                  </a:cubicBezTo>
                  <a:cubicBezTo>
                    <a:pt x="0" y="1244"/>
                    <a:pt x="0" y="1326"/>
                    <a:pt x="150" y="1392"/>
                  </a:cubicBezTo>
                  <a:cubicBezTo>
                    <a:pt x="182" y="1403"/>
                    <a:pt x="210" y="1406"/>
                    <a:pt x="238" y="1406"/>
                  </a:cubicBezTo>
                  <a:cubicBezTo>
                    <a:pt x="270" y="1406"/>
                    <a:pt x="301" y="1403"/>
                    <a:pt x="340" y="1403"/>
                  </a:cubicBezTo>
                  <a:cubicBezTo>
                    <a:pt x="421" y="1403"/>
                    <a:pt x="534" y="1419"/>
                    <a:pt x="744" y="1524"/>
                  </a:cubicBezTo>
                  <a:cubicBezTo>
                    <a:pt x="897" y="1604"/>
                    <a:pt x="999" y="1612"/>
                    <a:pt x="1079" y="1612"/>
                  </a:cubicBezTo>
                  <a:cubicBezTo>
                    <a:pt x="1097" y="1612"/>
                    <a:pt x="1115" y="1611"/>
                    <a:pt x="1131" y="1611"/>
                  </a:cubicBezTo>
                  <a:cubicBezTo>
                    <a:pt x="1221" y="1611"/>
                    <a:pt x="1287" y="1623"/>
                    <a:pt x="1387" y="1772"/>
                  </a:cubicBezTo>
                  <a:cubicBezTo>
                    <a:pt x="1415" y="1812"/>
                    <a:pt x="1450" y="1829"/>
                    <a:pt x="1489" y="1829"/>
                  </a:cubicBezTo>
                  <a:cubicBezTo>
                    <a:pt x="1746" y="1829"/>
                    <a:pt x="2205" y="1095"/>
                    <a:pt x="2476" y="1095"/>
                  </a:cubicBezTo>
                  <a:cubicBezTo>
                    <a:pt x="2774" y="1095"/>
                    <a:pt x="2443" y="1524"/>
                    <a:pt x="2575" y="1640"/>
                  </a:cubicBezTo>
                  <a:cubicBezTo>
                    <a:pt x="2631" y="1690"/>
                    <a:pt x="2682" y="1711"/>
                    <a:pt x="2736" y="1711"/>
                  </a:cubicBezTo>
                  <a:cubicBezTo>
                    <a:pt x="2827" y="1711"/>
                    <a:pt x="2926" y="1651"/>
                    <a:pt x="3071" y="1557"/>
                  </a:cubicBezTo>
                  <a:cubicBezTo>
                    <a:pt x="3236" y="1442"/>
                    <a:pt x="3253" y="1128"/>
                    <a:pt x="4111" y="914"/>
                  </a:cubicBezTo>
                  <a:cubicBezTo>
                    <a:pt x="4433" y="829"/>
                    <a:pt x="4775" y="806"/>
                    <a:pt x="5094" y="806"/>
                  </a:cubicBezTo>
                  <a:cubicBezTo>
                    <a:pt x="5484" y="806"/>
                    <a:pt x="5838" y="841"/>
                    <a:pt x="6069" y="841"/>
                  </a:cubicBezTo>
                  <a:cubicBezTo>
                    <a:pt x="6347" y="841"/>
                    <a:pt x="6448" y="790"/>
                    <a:pt x="6224" y="567"/>
                  </a:cubicBezTo>
                  <a:cubicBezTo>
                    <a:pt x="6075" y="402"/>
                    <a:pt x="6042" y="320"/>
                    <a:pt x="6092" y="254"/>
                  </a:cubicBezTo>
                  <a:cubicBezTo>
                    <a:pt x="5390" y="84"/>
                    <a:pt x="4677" y="1"/>
                    <a:pt x="3968" y="1"/>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2" name="Google Shape;6982;p71"/>
            <p:cNvSpPr/>
            <p:nvPr/>
          </p:nvSpPr>
          <p:spPr>
            <a:xfrm>
              <a:off x="4424225" y="3577191"/>
              <a:ext cx="508084" cy="799907"/>
            </a:xfrm>
            <a:custGeom>
              <a:avLst/>
              <a:gdLst/>
              <a:ahLst/>
              <a:cxnLst/>
              <a:rect l="l" t="t" r="r" b="b"/>
              <a:pathLst>
                <a:path w="7693" h="12112" extrusionOk="0">
                  <a:moveTo>
                    <a:pt x="6003" y="0"/>
                  </a:moveTo>
                  <a:cubicBezTo>
                    <a:pt x="5872" y="0"/>
                    <a:pt x="5718" y="38"/>
                    <a:pt x="5481" y="187"/>
                  </a:cubicBezTo>
                  <a:cubicBezTo>
                    <a:pt x="5232" y="336"/>
                    <a:pt x="4869" y="253"/>
                    <a:pt x="4688" y="550"/>
                  </a:cubicBezTo>
                  <a:cubicBezTo>
                    <a:pt x="4506" y="847"/>
                    <a:pt x="4358" y="1078"/>
                    <a:pt x="3962" y="1195"/>
                  </a:cubicBezTo>
                  <a:cubicBezTo>
                    <a:pt x="3582" y="1309"/>
                    <a:pt x="3648" y="1309"/>
                    <a:pt x="3648" y="1558"/>
                  </a:cubicBezTo>
                  <a:cubicBezTo>
                    <a:pt x="3664" y="1815"/>
                    <a:pt x="3492" y="2384"/>
                    <a:pt x="3148" y="2384"/>
                  </a:cubicBezTo>
                  <a:cubicBezTo>
                    <a:pt x="3139" y="2384"/>
                    <a:pt x="3129" y="2384"/>
                    <a:pt x="3119" y="2383"/>
                  </a:cubicBezTo>
                  <a:cubicBezTo>
                    <a:pt x="2773" y="2350"/>
                    <a:pt x="2575" y="2267"/>
                    <a:pt x="3038" y="2086"/>
                  </a:cubicBezTo>
                  <a:cubicBezTo>
                    <a:pt x="3516" y="1888"/>
                    <a:pt x="3236" y="1789"/>
                    <a:pt x="3104" y="1624"/>
                  </a:cubicBezTo>
                  <a:cubicBezTo>
                    <a:pt x="2987" y="1475"/>
                    <a:pt x="3500" y="1276"/>
                    <a:pt x="3137" y="1029"/>
                  </a:cubicBezTo>
                  <a:cubicBezTo>
                    <a:pt x="3038" y="959"/>
                    <a:pt x="2995" y="929"/>
                    <a:pt x="2964" y="929"/>
                  </a:cubicBezTo>
                  <a:cubicBezTo>
                    <a:pt x="2885" y="929"/>
                    <a:pt x="2879" y="1123"/>
                    <a:pt x="2228" y="1360"/>
                  </a:cubicBezTo>
                  <a:cubicBezTo>
                    <a:pt x="1321" y="1673"/>
                    <a:pt x="1354" y="2020"/>
                    <a:pt x="1387" y="2581"/>
                  </a:cubicBezTo>
                  <a:cubicBezTo>
                    <a:pt x="1399" y="2798"/>
                    <a:pt x="1440" y="2856"/>
                    <a:pt x="1490" y="2856"/>
                  </a:cubicBezTo>
                  <a:cubicBezTo>
                    <a:pt x="1550" y="2856"/>
                    <a:pt x="1624" y="2775"/>
                    <a:pt x="1685" y="2775"/>
                  </a:cubicBezTo>
                  <a:cubicBezTo>
                    <a:pt x="1709" y="2775"/>
                    <a:pt x="1732" y="2789"/>
                    <a:pt x="1750" y="2828"/>
                  </a:cubicBezTo>
                  <a:cubicBezTo>
                    <a:pt x="1822" y="3018"/>
                    <a:pt x="1767" y="3220"/>
                    <a:pt x="1583" y="3220"/>
                  </a:cubicBezTo>
                  <a:cubicBezTo>
                    <a:pt x="1558" y="3220"/>
                    <a:pt x="1531" y="3216"/>
                    <a:pt x="1502" y="3208"/>
                  </a:cubicBezTo>
                  <a:cubicBezTo>
                    <a:pt x="1478" y="3202"/>
                    <a:pt x="1456" y="3199"/>
                    <a:pt x="1435" y="3199"/>
                  </a:cubicBezTo>
                  <a:cubicBezTo>
                    <a:pt x="1234" y="3199"/>
                    <a:pt x="1210" y="3497"/>
                    <a:pt x="1090" y="4067"/>
                  </a:cubicBezTo>
                  <a:cubicBezTo>
                    <a:pt x="1060" y="4222"/>
                    <a:pt x="1032" y="4286"/>
                    <a:pt x="1004" y="4286"/>
                  </a:cubicBezTo>
                  <a:cubicBezTo>
                    <a:pt x="924" y="4286"/>
                    <a:pt x="854" y="3730"/>
                    <a:pt x="793" y="3274"/>
                  </a:cubicBezTo>
                  <a:cubicBezTo>
                    <a:pt x="727" y="2663"/>
                    <a:pt x="313" y="2300"/>
                    <a:pt x="313" y="2300"/>
                  </a:cubicBezTo>
                  <a:lnTo>
                    <a:pt x="231" y="2729"/>
                  </a:lnTo>
                  <a:cubicBezTo>
                    <a:pt x="0" y="5700"/>
                    <a:pt x="1238" y="8738"/>
                    <a:pt x="3813" y="10670"/>
                  </a:cubicBezTo>
                  <a:cubicBezTo>
                    <a:pt x="4605" y="11264"/>
                    <a:pt x="5463" y="11709"/>
                    <a:pt x="6372" y="12006"/>
                  </a:cubicBezTo>
                  <a:cubicBezTo>
                    <a:pt x="6767" y="12071"/>
                    <a:pt x="7099" y="12111"/>
                    <a:pt x="7312" y="12111"/>
                  </a:cubicBezTo>
                  <a:cubicBezTo>
                    <a:pt x="7536" y="12111"/>
                    <a:pt x="7629" y="12067"/>
                    <a:pt x="7527" y="11957"/>
                  </a:cubicBezTo>
                  <a:cubicBezTo>
                    <a:pt x="6900" y="11330"/>
                    <a:pt x="4440" y="11049"/>
                    <a:pt x="4935" y="10586"/>
                  </a:cubicBezTo>
                  <a:cubicBezTo>
                    <a:pt x="4954" y="10569"/>
                    <a:pt x="4986" y="10562"/>
                    <a:pt x="5030" y="10562"/>
                  </a:cubicBezTo>
                  <a:cubicBezTo>
                    <a:pt x="5354" y="10562"/>
                    <a:pt x="6292" y="10972"/>
                    <a:pt x="6705" y="10972"/>
                  </a:cubicBezTo>
                  <a:cubicBezTo>
                    <a:pt x="6885" y="10972"/>
                    <a:pt x="6965" y="10894"/>
                    <a:pt x="6850" y="10670"/>
                  </a:cubicBezTo>
                  <a:cubicBezTo>
                    <a:pt x="6339" y="9679"/>
                    <a:pt x="5613" y="9646"/>
                    <a:pt x="5430" y="9448"/>
                  </a:cubicBezTo>
                  <a:cubicBezTo>
                    <a:pt x="5265" y="9250"/>
                    <a:pt x="3863" y="8326"/>
                    <a:pt x="3681" y="7912"/>
                  </a:cubicBezTo>
                  <a:cubicBezTo>
                    <a:pt x="3500" y="7500"/>
                    <a:pt x="5265" y="7335"/>
                    <a:pt x="5349" y="7318"/>
                  </a:cubicBezTo>
                  <a:cubicBezTo>
                    <a:pt x="5353" y="7317"/>
                    <a:pt x="5358" y="7317"/>
                    <a:pt x="5363" y="7317"/>
                  </a:cubicBezTo>
                  <a:cubicBezTo>
                    <a:pt x="5469" y="7317"/>
                    <a:pt x="5682" y="7476"/>
                    <a:pt x="5745" y="7995"/>
                  </a:cubicBezTo>
                  <a:cubicBezTo>
                    <a:pt x="5794" y="8417"/>
                    <a:pt x="5871" y="8596"/>
                    <a:pt x="6278" y="8596"/>
                  </a:cubicBezTo>
                  <a:cubicBezTo>
                    <a:pt x="6412" y="8596"/>
                    <a:pt x="6583" y="8577"/>
                    <a:pt x="6801" y="8540"/>
                  </a:cubicBezTo>
                  <a:cubicBezTo>
                    <a:pt x="7693" y="8392"/>
                    <a:pt x="7494" y="7302"/>
                    <a:pt x="6669" y="6741"/>
                  </a:cubicBezTo>
                  <a:cubicBezTo>
                    <a:pt x="5844" y="6180"/>
                    <a:pt x="4143" y="6444"/>
                    <a:pt x="5018" y="5469"/>
                  </a:cubicBezTo>
                  <a:cubicBezTo>
                    <a:pt x="5719" y="4689"/>
                    <a:pt x="5339" y="4290"/>
                    <a:pt x="5161" y="4290"/>
                  </a:cubicBezTo>
                  <a:cubicBezTo>
                    <a:pt x="5116" y="4290"/>
                    <a:pt x="5084" y="4315"/>
                    <a:pt x="5084" y="4364"/>
                  </a:cubicBezTo>
                  <a:cubicBezTo>
                    <a:pt x="5084" y="4628"/>
                    <a:pt x="4193" y="4298"/>
                    <a:pt x="4275" y="4908"/>
                  </a:cubicBezTo>
                  <a:cubicBezTo>
                    <a:pt x="4343" y="5341"/>
                    <a:pt x="3444" y="5601"/>
                    <a:pt x="2968" y="5601"/>
                  </a:cubicBezTo>
                  <a:cubicBezTo>
                    <a:pt x="2754" y="5601"/>
                    <a:pt x="2626" y="5549"/>
                    <a:pt x="2707" y="5436"/>
                  </a:cubicBezTo>
                  <a:cubicBezTo>
                    <a:pt x="2987" y="5057"/>
                    <a:pt x="3846" y="4644"/>
                    <a:pt x="3797" y="4430"/>
                  </a:cubicBezTo>
                  <a:cubicBezTo>
                    <a:pt x="3752" y="4224"/>
                    <a:pt x="4245" y="3677"/>
                    <a:pt x="4786" y="3677"/>
                  </a:cubicBezTo>
                  <a:cubicBezTo>
                    <a:pt x="4852" y="3677"/>
                    <a:pt x="4919" y="3686"/>
                    <a:pt x="4985" y="3704"/>
                  </a:cubicBezTo>
                  <a:cubicBezTo>
                    <a:pt x="5046" y="3720"/>
                    <a:pt x="5103" y="3727"/>
                    <a:pt x="5157" y="3727"/>
                  </a:cubicBezTo>
                  <a:cubicBezTo>
                    <a:pt x="5663" y="3727"/>
                    <a:pt x="5857" y="3070"/>
                    <a:pt x="5216" y="2548"/>
                  </a:cubicBezTo>
                  <a:cubicBezTo>
                    <a:pt x="4853" y="2251"/>
                    <a:pt x="5183" y="2036"/>
                    <a:pt x="5100" y="1789"/>
                  </a:cubicBezTo>
                  <a:cubicBezTo>
                    <a:pt x="5018" y="1525"/>
                    <a:pt x="6025" y="1276"/>
                    <a:pt x="6570" y="666"/>
                  </a:cubicBezTo>
                  <a:cubicBezTo>
                    <a:pt x="7055" y="121"/>
                    <a:pt x="6780" y="36"/>
                    <a:pt x="6563" y="36"/>
                  </a:cubicBezTo>
                  <a:cubicBezTo>
                    <a:pt x="6536" y="36"/>
                    <a:pt x="6510" y="37"/>
                    <a:pt x="6487" y="39"/>
                  </a:cubicBezTo>
                  <a:cubicBezTo>
                    <a:pt x="6459" y="42"/>
                    <a:pt x="6433" y="43"/>
                    <a:pt x="6408" y="43"/>
                  </a:cubicBezTo>
                  <a:cubicBezTo>
                    <a:pt x="6252" y="43"/>
                    <a:pt x="6141" y="0"/>
                    <a:pt x="6003" y="0"/>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3" name="Google Shape;6983;p71"/>
            <p:cNvSpPr/>
            <p:nvPr/>
          </p:nvSpPr>
          <p:spPr>
            <a:xfrm>
              <a:off x="4480891" y="3397421"/>
              <a:ext cx="227855" cy="186768"/>
            </a:xfrm>
            <a:custGeom>
              <a:avLst/>
              <a:gdLst/>
              <a:ahLst/>
              <a:cxnLst/>
              <a:rect l="l" t="t" r="r" b="b"/>
              <a:pathLst>
                <a:path w="3450" h="2828" extrusionOk="0">
                  <a:moveTo>
                    <a:pt x="3051" y="0"/>
                  </a:moveTo>
                  <a:cubicBezTo>
                    <a:pt x="2760" y="0"/>
                    <a:pt x="2462" y="187"/>
                    <a:pt x="2080" y="417"/>
                  </a:cubicBezTo>
                  <a:cubicBezTo>
                    <a:pt x="1684" y="681"/>
                    <a:pt x="1601" y="598"/>
                    <a:pt x="1271" y="862"/>
                  </a:cubicBezTo>
                  <a:cubicBezTo>
                    <a:pt x="1189" y="945"/>
                    <a:pt x="1073" y="1011"/>
                    <a:pt x="941" y="1077"/>
                  </a:cubicBezTo>
                  <a:cubicBezTo>
                    <a:pt x="562" y="1639"/>
                    <a:pt x="248" y="2216"/>
                    <a:pt x="1" y="2827"/>
                  </a:cubicBezTo>
                  <a:cubicBezTo>
                    <a:pt x="115" y="2711"/>
                    <a:pt x="248" y="2596"/>
                    <a:pt x="314" y="2563"/>
                  </a:cubicBezTo>
                  <a:cubicBezTo>
                    <a:pt x="432" y="2489"/>
                    <a:pt x="669" y="2152"/>
                    <a:pt x="753" y="2152"/>
                  </a:cubicBezTo>
                  <a:cubicBezTo>
                    <a:pt x="763" y="2152"/>
                    <a:pt x="771" y="2156"/>
                    <a:pt x="776" y="2167"/>
                  </a:cubicBezTo>
                  <a:cubicBezTo>
                    <a:pt x="800" y="2214"/>
                    <a:pt x="834" y="2249"/>
                    <a:pt x="885" y="2249"/>
                  </a:cubicBezTo>
                  <a:cubicBezTo>
                    <a:pt x="942" y="2249"/>
                    <a:pt x="1019" y="2205"/>
                    <a:pt x="1123" y="2084"/>
                  </a:cubicBezTo>
                  <a:cubicBezTo>
                    <a:pt x="1321" y="1837"/>
                    <a:pt x="1799" y="1441"/>
                    <a:pt x="2030" y="1192"/>
                  </a:cubicBezTo>
                  <a:cubicBezTo>
                    <a:pt x="2279" y="945"/>
                    <a:pt x="3054" y="895"/>
                    <a:pt x="3203" y="631"/>
                  </a:cubicBezTo>
                  <a:cubicBezTo>
                    <a:pt x="3335" y="384"/>
                    <a:pt x="3450" y="37"/>
                    <a:pt x="3120" y="4"/>
                  </a:cubicBezTo>
                  <a:cubicBezTo>
                    <a:pt x="3097" y="1"/>
                    <a:pt x="3074" y="0"/>
                    <a:pt x="3051" y="0"/>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4" name="Google Shape;6984;p71"/>
            <p:cNvSpPr/>
            <p:nvPr/>
          </p:nvSpPr>
          <p:spPr>
            <a:xfrm>
              <a:off x="4362012" y="3745801"/>
              <a:ext cx="78594" cy="46560"/>
            </a:xfrm>
            <a:custGeom>
              <a:avLst/>
              <a:gdLst/>
              <a:ahLst/>
              <a:cxnLst/>
              <a:rect l="l" t="t" r="r" b="b"/>
              <a:pathLst>
                <a:path w="1190" h="705" extrusionOk="0">
                  <a:moveTo>
                    <a:pt x="995" y="1"/>
                  </a:moveTo>
                  <a:cubicBezTo>
                    <a:pt x="977" y="1"/>
                    <a:pt x="959" y="4"/>
                    <a:pt x="942" y="11"/>
                  </a:cubicBezTo>
                  <a:cubicBezTo>
                    <a:pt x="925" y="28"/>
                    <a:pt x="562" y="143"/>
                    <a:pt x="117" y="374"/>
                  </a:cubicBezTo>
                  <a:cubicBezTo>
                    <a:pt x="34" y="407"/>
                    <a:pt x="1" y="523"/>
                    <a:pt x="34" y="605"/>
                  </a:cubicBezTo>
                  <a:cubicBezTo>
                    <a:pt x="67" y="671"/>
                    <a:pt x="133" y="704"/>
                    <a:pt x="199" y="704"/>
                  </a:cubicBezTo>
                  <a:cubicBezTo>
                    <a:pt x="216" y="704"/>
                    <a:pt x="249" y="688"/>
                    <a:pt x="265" y="688"/>
                  </a:cubicBezTo>
                  <a:cubicBezTo>
                    <a:pt x="694" y="473"/>
                    <a:pt x="1041" y="341"/>
                    <a:pt x="1057" y="341"/>
                  </a:cubicBezTo>
                  <a:cubicBezTo>
                    <a:pt x="1140" y="308"/>
                    <a:pt x="1189" y="209"/>
                    <a:pt x="1156" y="127"/>
                  </a:cubicBezTo>
                  <a:cubicBezTo>
                    <a:pt x="1130" y="49"/>
                    <a:pt x="1062" y="1"/>
                    <a:pt x="9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5" name="Google Shape;6985;p71"/>
            <p:cNvSpPr/>
            <p:nvPr/>
          </p:nvSpPr>
          <p:spPr>
            <a:xfrm>
              <a:off x="4254163" y="3532678"/>
              <a:ext cx="1574315" cy="434097"/>
            </a:xfrm>
            <a:custGeom>
              <a:avLst/>
              <a:gdLst/>
              <a:ahLst/>
              <a:cxnLst/>
              <a:rect l="l" t="t" r="r" b="b"/>
              <a:pathLst>
                <a:path w="23837" h="6573" extrusionOk="0">
                  <a:moveTo>
                    <a:pt x="22371" y="0"/>
                  </a:moveTo>
                  <a:cubicBezTo>
                    <a:pt x="22285" y="0"/>
                    <a:pt x="22219" y="63"/>
                    <a:pt x="22219" y="152"/>
                  </a:cubicBezTo>
                  <a:cubicBezTo>
                    <a:pt x="22202" y="251"/>
                    <a:pt x="22268" y="333"/>
                    <a:pt x="22367" y="350"/>
                  </a:cubicBezTo>
                  <a:cubicBezTo>
                    <a:pt x="23077" y="399"/>
                    <a:pt x="23489" y="581"/>
                    <a:pt x="23489" y="812"/>
                  </a:cubicBezTo>
                  <a:cubicBezTo>
                    <a:pt x="23489" y="861"/>
                    <a:pt x="23456" y="927"/>
                    <a:pt x="23423" y="993"/>
                  </a:cubicBezTo>
                  <a:cubicBezTo>
                    <a:pt x="23390" y="1092"/>
                    <a:pt x="23423" y="1191"/>
                    <a:pt x="23506" y="1224"/>
                  </a:cubicBezTo>
                  <a:cubicBezTo>
                    <a:pt x="23539" y="1241"/>
                    <a:pt x="23555" y="1257"/>
                    <a:pt x="23588" y="1257"/>
                  </a:cubicBezTo>
                  <a:cubicBezTo>
                    <a:pt x="23654" y="1257"/>
                    <a:pt x="23704" y="1208"/>
                    <a:pt x="23737" y="1158"/>
                  </a:cubicBezTo>
                  <a:cubicBezTo>
                    <a:pt x="23803" y="1026"/>
                    <a:pt x="23836" y="911"/>
                    <a:pt x="23836" y="812"/>
                  </a:cubicBezTo>
                  <a:cubicBezTo>
                    <a:pt x="23836" y="350"/>
                    <a:pt x="23357" y="86"/>
                    <a:pt x="22400" y="3"/>
                  </a:cubicBezTo>
                  <a:cubicBezTo>
                    <a:pt x="22390" y="1"/>
                    <a:pt x="22380" y="0"/>
                    <a:pt x="22371" y="0"/>
                  </a:cubicBezTo>
                  <a:close/>
                  <a:moveTo>
                    <a:pt x="22234" y="2093"/>
                  </a:moveTo>
                  <a:cubicBezTo>
                    <a:pt x="22207" y="2093"/>
                    <a:pt x="22179" y="2100"/>
                    <a:pt x="22153" y="2116"/>
                  </a:cubicBezTo>
                  <a:cubicBezTo>
                    <a:pt x="21706" y="2380"/>
                    <a:pt x="21162" y="2644"/>
                    <a:pt x="20518" y="2892"/>
                  </a:cubicBezTo>
                  <a:cubicBezTo>
                    <a:pt x="20436" y="2941"/>
                    <a:pt x="20386" y="3040"/>
                    <a:pt x="20436" y="3123"/>
                  </a:cubicBezTo>
                  <a:cubicBezTo>
                    <a:pt x="20452" y="3189"/>
                    <a:pt x="20518" y="3238"/>
                    <a:pt x="20584" y="3238"/>
                  </a:cubicBezTo>
                  <a:cubicBezTo>
                    <a:pt x="20617" y="3238"/>
                    <a:pt x="20634" y="3222"/>
                    <a:pt x="20650" y="3222"/>
                  </a:cubicBezTo>
                  <a:cubicBezTo>
                    <a:pt x="21310" y="2958"/>
                    <a:pt x="21871" y="2677"/>
                    <a:pt x="22318" y="2413"/>
                  </a:cubicBezTo>
                  <a:cubicBezTo>
                    <a:pt x="22400" y="2364"/>
                    <a:pt x="22433" y="2265"/>
                    <a:pt x="22384" y="2182"/>
                  </a:cubicBezTo>
                  <a:cubicBezTo>
                    <a:pt x="22350" y="2126"/>
                    <a:pt x="22293" y="2093"/>
                    <a:pt x="22234" y="2093"/>
                  </a:cubicBezTo>
                  <a:close/>
                  <a:moveTo>
                    <a:pt x="18880" y="3509"/>
                  </a:moveTo>
                  <a:cubicBezTo>
                    <a:pt x="18860" y="3509"/>
                    <a:pt x="18839" y="3512"/>
                    <a:pt x="18818" y="3519"/>
                  </a:cubicBezTo>
                  <a:cubicBezTo>
                    <a:pt x="18273" y="3700"/>
                    <a:pt x="17696" y="3865"/>
                    <a:pt x="17084" y="4047"/>
                  </a:cubicBezTo>
                  <a:cubicBezTo>
                    <a:pt x="16985" y="4063"/>
                    <a:pt x="16936" y="4162"/>
                    <a:pt x="16952" y="4261"/>
                  </a:cubicBezTo>
                  <a:cubicBezTo>
                    <a:pt x="16985" y="4327"/>
                    <a:pt x="17051" y="4378"/>
                    <a:pt x="17135" y="4378"/>
                  </a:cubicBezTo>
                  <a:lnTo>
                    <a:pt x="17168" y="4378"/>
                  </a:lnTo>
                  <a:cubicBezTo>
                    <a:pt x="17795" y="4213"/>
                    <a:pt x="18389" y="4030"/>
                    <a:pt x="18933" y="3849"/>
                  </a:cubicBezTo>
                  <a:cubicBezTo>
                    <a:pt x="19016" y="3816"/>
                    <a:pt x="19065" y="3717"/>
                    <a:pt x="19032" y="3634"/>
                  </a:cubicBezTo>
                  <a:cubicBezTo>
                    <a:pt x="19020" y="3556"/>
                    <a:pt x="18955" y="3509"/>
                    <a:pt x="18880" y="3509"/>
                  </a:cubicBezTo>
                  <a:close/>
                  <a:moveTo>
                    <a:pt x="15355" y="4490"/>
                  </a:moveTo>
                  <a:cubicBezTo>
                    <a:pt x="15343" y="4490"/>
                    <a:pt x="15331" y="4491"/>
                    <a:pt x="15319" y="4493"/>
                  </a:cubicBezTo>
                  <a:cubicBezTo>
                    <a:pt x="14740" y="4642"/>
                    <a:pt x="14146" y="4774"/>
                    <a:pt x="13536" y="4906"/>
                  </a:cubicBezTo>
                  <a:cubicBezTo>
                    <a:pt x="13453" y="4922"/>
                    <a:pt x="13387" y="5005"/>
                    <a:pt x="13404" y="5104"/>
                  </a:cubicBezTo>
                  <a:cubicBezTo>
                    <a:pt x="13420" y="5186"/>
                    <a:pt x="13503" y="5236"/>
                    <a:pt x="13585" y="5236"/>
                  </a:cubicBezTo>
                  <a:lnTo>
                    <a:pt x="13618" y="5236"/>
                  </a:lnTo>
                  <a:cubicBezTo>
                    <a:pt x="14229" y="5104"/>
                    <a:pt x="14824" y="4972"/>
                    <a:pt x="15401" y="4840"/>
                  </a:cubicBezTo>
                  <a:cubicBezTo>
                    <a:pt x="15500" y="4807"/>
                    <a:pt x="15550" y="4724"/>
                    <a:pt x="15533" y="4625"/>
                  </a:cubicBezTo>
                  <a:cubicBezTo>
                    <a:pt x="15504" y="4538"/>
                    <a:pt x="15437" y="4490"/>
                    <a:pt x="15355" y="4490"/>
                  </a:cubicBezTo>
                  <a:close/>
                  <a:moveTo>
                    <a:pt x="11783" y="5249"/>
                  </a:moveTo>
                  <a:cubicBezTo>
                    <a:pt x="11773" y="5249"/>
                    <a:pt x="11763" y="5250"/>
                    <a:pt x="11753" y="5252"/>
                  </a:cubicBezTo>
                  <a:cubicBezTo>
                    <a:pt x="11159" y="5368"/>
                    <a:pt x="10548" y="5467"/>
                    <a:pt x="9953" y="5566"/>
                  </a:cubicBezTo>
                  <a:cubicBezTo>
                    <a:pt x="9871" y="5582"/>
                    <a:pt x="9805" y="5665"/>
                    <a:pt x="9821" y="5764"/>
                  </a:cubicBezTo>
                  <a:cubicBezTo>
                    <a:pt x="9821" y="5846"/>
                    <a:pt x="9904" y="5912"/>
                    <a:pt x="9986" y="5912"/>
                  </a:cubicBezTo>
                  <a:cubicBezTo>
                    <a:pt x="10003" y="5912"/>
                    <a:pt x="10003" y="5912"/>
                    <a:pt x="10019" y="5896"/>
                  </a:cubicBezTo>
                  <a:cubicBezTo>
                    <a:pt x="10614" y="5813"/>
                    <a:pt x="11208" y="5698"/>
                    <a:pt x="11819" y="5599"/>
                  </a:cubicBezTo>
                  <a:cubicBezTo>
                    <a:pt x="11918" y="5582"/>
                    <a:pt x="11967" y="5483"/>
                    <a:pt x="11951" y="5384"/>
                  </a:cubicBezTo>
                  <a:cubicBezTo>
                    <a:pt x="11936" y="5310"/>
                    <a:pt x="11868" y="5249"/>
                    <a:pt x="11783" y="5249"/>
                  </a:cubicBezTo>
                  <a:close/>
                  <a:moveTo>
                    <a:pt x="393" y="4680"/>
                  </a:moveTo>
                  <a:cubicBezTo>
                    <a:pt x="335" y="4680"/>
                    <a:pt x="278" y="4705"/>
                    <a:pt x="247" y="4757"/>
                  </a:cubicBezTo>
                  <a:cubicBezTo>
                    <a:pt x="82" y="4988"/>
                    <a:pt x="0" y="5236"/>
                    <a:pt x="0" y="5483"/>
                  </a:cubicBezTo>
                  <a:cubicBezTo>
                    <a:pt x="0" y="5599"/>
                    <a:pt x="16" y="5714"/>
                    <a:pt x="49" y="5813"/>
                  </a:cubicBezTo>
                  <a:cubicBezTo>
                    <a:pt x="132" y="6077"/>
                    <a:pt x="396" y="6259"/>
                    <a:pt x="858" y="6374"/>
                  </a:cubicBezTo>
                  <a:lnTo>
                    <a:pt x="907" y="6374"/>
                  </a:lnTo>
                  <a:cubicBezTo>
                    <a:pt x="991" y="6374"/>
                    <a:pt x="1057" y="6325"/>
                    <a:pt x="1072" y="6259"/>
                  </a:cubicBezTo>
                  <a:cubicBezTo>
                    <a:pt x="1105" y="6160"/>
                    <a:pt x="1039" y="6061"/>
                    <a:pt x="958" y="6044"/>
                  </a:cubicBezTo>
                  <a:cubicBezTo>
                    <a:pt x="627" y="5962"/>
                    <a:pt x="412" y="5830"/>
                    <a:pt x="379" y="5714"/>
                  </a:cubicBezTo>
                  <a:cubicBezTo>
                    <a:pt x="363" y="5632"/>
                    <a:pt x="346" y="5566"/>
                    <a:pt x="346" y="5483"/>
                  </a:cubicBezTo>
                  <a:cubicBezTo>
                    <a:pt x="346" y="5302"/>
                    <a:pt x="412" y="5137"/>
                    <a:pt x="528" y="4955"/>
                  </a:cubicBezTo>
                  <a:cubicBezTo>
                    <a:pt x="594" y="4873"/>
                    <a:pt x="561" y="4757"/>
                    <a:pt x="495" y="4708"/>
                  </a:cubicBezTo>
                  <a:cubicBezTo>
                    <a:pt x="464" y="4689"/>
                    <a:pt x="428" y="4680"/>
                    <a:pt x="393" y="4680"/>
                  </a:cubicBezTo>
                  <a:close/>
                  <a:moveTo>
                    <a:pt x="8186" y="5828"/>
                  </a:moveTo>
                  <a:cubicBezTo>
                    <a:pt x="8176" y="5828"/>
                    <a:pt x="8165" y="5828"/>
                    <a:pt x="8155" y="5830"/>
                  </a:cubicBezTo>
                  <a:cubicBezTo>
                    <a:pt x="7543" y="5896"/>
                    <a:pt x="6933" y="5978"/>
                    <a:pt x="6355" y="6028"/>
                  </a:cubicBezTo>
                  <a:cubicBezTo>
                    <a:pt x="6256" y="6044"/>
                    <a:pt x="6190" y="6127"/>
                    <a:pt x="6190" y="6226"/>
                  </a:cubicBezTo>
                  <a:cubicBezTo>
                    <a:pt x="6207" y="6308"/>
                    <a:pt x="6273" y="6374"/>
                    <a:pt x="6372" y="6374"/>
                  </a:cubicBezTo>
                  <a:lnTo>
                    <a:pt x="6388" y="6374"/>
                  </a:lnTo>
                  <a:cubicBezTo>
                    <a:pt x="6966" y="6325"/>
                    <a:pt x="7576" y="6242"/>
                    <a:pt x="8204" y="6160"/>
                  </a:cubicBezTo>
                  <a:cubicBezTo>
                    <a:pt x="8303" y="6160"/>
                    <a:pt x="8369" y="6061"/>
                    <a:pt x="8353" y="5978"/>
                  </a:cubicBezTo>
                  <a:cubicBezTo>
                    <a:pt x="8337" y="5890"/>
                    <a:pt x="8270" y="5828"/>
                    <a:pt x="8186" y="5828"/>
                  </a:cubicBezTo>
                  <a:close/>
                  <a:moveTo>
                    <a:pt x="4539" y="6176"/>
                  </a:moveTo>
                  <a:cubicBezTo>
                    <a:pt x="3863" y="6209"/>
                    <a:pt x="3251" y="6226"/>
                    <a:pt x="2723" y="6226"/>
                  </a:cubicBezTo>
                  <a:cubicBezTo>
                    <a:pt x="2624" y="6226"/>
                    <a:pt x="2542" y="6292"/>
                    <a:pt x="2542" y="6392"/>
                  </a:cubicBezTo>
                  <a:cubicBezTo>
                    <a:pt x="2542" y="6491"/>
                    <a:pt x="2624" y="6572"/>
                    <a:pt x="2723" y="6572"/>
                  </a:cubicBezTo>
                  <a:lnTo>
                    <a:pt x="3037" y="6572"/>
                  </a:lnTo>
                  <a:cubicBezTo>
                    <a:pt x="3500" y="6572"/>
                    <a:pt x="4011" y="6557"/>
                    <a:pt x="4556" y="6524"/>
                  </a:cubicBezTo>
                  <a:cubicBezTo>
                    <a:pt x="4655" y="6524"/>
                    <a:pt x="4721" y="6440"/>
                    <a:pt x="4721" y="6341"/>
                  </a:cubicBezTo>
                  <a:cubicBezTo>
                    <a:pt x="4721" y="6242"/>
                    <a:pt x="4638" y="6176"/>
                    <a:pt x="4539" y="617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6" name="Google Shape;6986;p71"/>
            <p:cNvSpPr/>
            <p:nvPr/>
          </p:nvSpPr>
          <p:spPr>
            <a:xfrm>
              <a:off x="5543801" y="3533801"/>
              <a:ext cx="80707" cy="28530"/>
            </a:xfrm>
            <a:custGeom>
              <a:avLst/>
              <a:gdLst/>
              <a:ahLst/>
              <a:cxnLst/>
              <a:rect l="l" t="t" r="r" b="b"/>
              <a:pathLst>
                <a:path w="1222" h="432" extrusionOk="0">
                  <a:moveTo>
                    <a:pt x="1067" y="1"/>
                  </a:moveTo>
                  <a:cubicBezTo>
                    <a:pt x="1059" y="1"/>
                    <a:pt x="1050" y="1"/>
                    <a:pt x="1041" y="3"/>
                  </a:cubicBezTo>
                  <a:cubicBezTo>
                    <a:pt x="529" y="36"/>
                    <a:pt x="166" y="85"/>
                    <a:pt x="150" y="85"/>
                  </a:cubicBezTo>
                  <a:cubicBezTo>
                    <a:pt x="66" y="102"/>
                    <a:pt x="0" y="184"/>
                    <a:pt x="0" y="283"/>
                  </a:cubicBezTo>
                  <a:cubicBezTo>
                    <a:pt x="18" y="366"/>
                    <a:pt x="99" y="432"/>
                    <a:pt x="183" y="432"/>
                  </a:cubicBezTo>
                  <a:lnTo>
                    <a:pt x="199" y="432"/>
                  </a:lnTo>
                  <a:cubicBezTo>
                    <a:pt x="216" y="432"/>
                    <a:pt x="562" y="382"/>
                    <a:pt x="1057" y="349"/>
                  </a:cubicBezTo>
                  <a:cubicBezTo>
                    <a:pt x="1156" y="333"/>
                    <a:pt x="1222" y="250"/>
                    <a:pt x="1222" y="151"/>
                  </a:cubicBezTo>
                  <a:cubicBezTo>
                    <a:pt x="1208" y="76"/>
                    <a:pt x="1152" y="1"/>
                    <a:pt x="10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88" name="Google Shape;6988;p71"/>
          <p:cNvGrpSpPr/>
          <p:nvPr/>
        </p:nvGrpSpPr>
        <p:grpSpPr>
          <a:xfrm>
            <a:off x="2093742" y="4461901"/>
            <a:ext cx="2040714" cy="839366"/>
            <a:chOff x="5609375" y="1896850"/>
            <a:chExt cx="3493775" cy="1437025"/>
          </a:xfrm>
        </p:grpSpPr>
        <p:sp>
          <p:nvSpPr>
            <p:cNvPr id="6989" name="Google Shape;6989;p71"/>
            <p:cNvSpPr/>
            <p:nvPr/>
          </p:nvSpPr>
          <p:spPr>
            <a:xfrm>
              <a:off x="5609375" y="1932550"/>
              <a:ext cx="3493775" cy="1401325"/>
            </a:xfrm>
            <a:custGeom>
              <a:avLst/>
              <a:gdLst/>
              <a:ahLst/>
              <a:cxnLst/>
              <a:rect l="l" t="t" r="r" b="b"/>
              <a:pathLst>
                <a:path w="139751" h="56053" extrusionOk="0">
                  <a:moveTo>
                    <a:pt x="69958" y="1"/>
                  </a:moveTo>
                  <a:cubicBezTo>
                    <a:pt x="69501" y="1"/>
                    <a:pt x="69042" y="294"/>
                    <a:pt x="68984" y="886"/>
                  </a:cubicBezTo>
                  <a:lnTo>
                    <a:pt x="67498" y="18366"/>
                  </a:lnTo>
                  <a:cubicBezTo>
                    <a:pt x="64824" y="18813"/>
                    <a:pt x="62365" y="20001"/>
                    <a:pt x="60268" y="21734"/>
                  </a:cubicBezTo>
                  <a:lnTo>
                    <a:pt x="30638" y="17723"/>
                  </a:lnTo>
                  <a:cubicBezTo>
                    <a:pt x="30579" y="17716"/>
                    <a:pt x="30522" y="17712"/>
                    <a:pt x="30467" y="17712"/>
                  </a:cubicBezTo>
                  <a:cubicBezTo>
                    <a:pt x="29336" y="17712"/>
                    <a:pt x="29061" y="19259"/>
                    <a:pt x="30242" y="19605"/>
                  </a:cubicBezTo>
                  <a:lnTo>
                    <a:pt x="55877" y="27082"/>
                  </a:lnTo>
                  <a:cubicBezTo>
                    <a:pt x="54391" y="29807"/>
                    <a:pt x="53500" y="32992"/>
                    <a:pt x="53385" y="36409"/>
                  </a:cubicBezTo>
                  <a:cubicBezTo>
                    <a:pt x="43332" y="35188"/>
                    <a:pt x="6604" y="30681"/>
                    <a:pt x="4110" y="30483"/>
                  </a:cubicBezTo>
                  <a:cubicBezTo>
                    <a:pt x="4088" y="30477"/>
                    <a:pt x="4065" y="30476"/>
                    <a:pt x="4040" y="30476"/>
                  </a:cubicBezTo>
                  <a:cubicBezTo>
                    <a:pt x="3990" y="30476"/>
                    <a:pt x="3935" y="30483"/>
                    <a:pt x="3879" y="30483"/>
                  </a:cubicBezTo>
                  <a:lnTo>
                    <a:pt x="1238" y="30863"/>
                  </a:lnTo>
                  <a:cubicBezTo>
                    <a:pt x="83" y="31028"/>
                    <a:pt x="1" y="32646"/>
                    <a:pt x="1123" y="32926"/>
                  </a:cubicBezTo>
                  <a:lnTo>
                    <a:pt x="22352" y="38159"/>
                  </a:lnTo>
                  <a:cubicBezTo>
                    <a:pt x="21839" y="38901"/>
                    <a:pt x="21542" y="39793"/>
                    <a:pt x="21542" y="40750"/>
                  </a:cubicBezTo>
                  <a:cubicBezTo>
                    <a:pt x="21542" y="43259"/>
                    <a:pt x="23573" y="45306"/>
                    <a:pt x="26098" y="45306"/>
                  </a:cubicBezTo>
                  <a:cubicBezTo>
                    <a:pt x="28607" y="45306"/>
                    <a:pt x="30638" y="43259"/>
                    <a:pt x="30638" y="40750"/>
                  </a:cubicBezTo>
                  <a:cubicBezTo>
                    <a:pt x="30638" y="40569"/>
                    <a:pt x="30621" y="40387"/>
                    <a:pt x="30605" y="40206"/>
                  </a:cubicBezTo>
                  <a:lnTo>
                    <a:pt x="30605" y="40206"/>
                  </a:lnTo>
                  <a:lnTo>
                    <a:pt x="34715" y="41212"/>
                  </a:lnTo>
                  <a:cubicBezTo>
                    <a:pt x="34237" y="42088"/>
                    <a:pt x="33973" y="43078"/>
                    <a:pt x="33973" y="44151"/>
                  </a:cubicBezTo>
                  <a:cubicBezTo>
                    <a:pt x="33973" y="47601"/>
                    <a:pt x="36779" y="50407"/>
                    <a:pt x="40228" y="50407"/>
                  </a:cubicBezTo>
                  <a:cubicBezTo>
                    <a:pt x="43679" y="50407"/>
                    <a:pt x="46485" y="47601"/>
                    <a:pt x="46485" y="44151"/>
                  </a:cubicBezTo>
                  <a:lnTo>
                    <a:pt x="46485" y="44117"/>
                  </a:lnTo>
                  <a:lnTo>
                    <a:pt x="55465" y="46329"/>
                  </a:lnTo>
                  <a:cubicBezTo>
                    <a:pt x="56009" y="47419"/>
                    <a:pt x="56636" y="48442"/>
                    <a:pt x="57330" y="49384"/>
                  </a:cubicBezTo>
                  <a:lnTo>
                    <a:pt x="57347" y="49400"/>
                  </a:lnTo>
                  <a:cubicBezTo>
                    <a:pt x="57842" y="50077"/>
                    <a:pt x="58386" y="50704"/>
                    <a:pt x="58965" y="51282"/>
                  </a:cubicBezTo>
                  <a:cubicBezTo>
                    <a:pt x="58980" y="51299"/>
                    <a:pt x="58998" y="51315"/>
                    <a:pt x="58998" y="51332"/>
                  </a:cubicBezTo>
                  <a:cubicBezTo>
                    <a:pt x="59278" y="51596"/>
                    <a:pt x="59559" y="51876"/>
                    <a:pt x="59856" y="52124"/>
                  </a:cubicBezTo>
                  <a:cubicBezTo>
                    <a:pt x="59872" y="52140"/>
                    <a:pt x="59889" y="52157"/>
                    <a:pt x="59905" y="52157"/>
                  </a:cubicBezTo>
                  <a:cubicBezTo>
                    <a:pt x="60202" y="52421"/>
                    <a:pt x="60499" y="52668"/>
                    <a:pt x="60813" y="52916"/>
                  </a:cubicBezTo>
                  <a:cubicBezTo>
                    <a:pt x="60846" y="52932"/>
                    <a:pt x="60862" y="52949"/>
                    <a:pt x="60895" y="52965"/>
                  </a:cubicBezTo>
                  <a:cubicBezTo>
                    <a:pt x="61177" y="53181"/>
                    <a:pt x="61474" y="53379"/>
                    <a:pt x="61771" y="53577"/>
                  </a:cubicBezTo>
                  <a:cubicBezTo>
                    <a:pt x="61804" y="53610"/>
                    <a:pt x="61853" y="53626"/>
                    <a:pt x="61886" y="53659"/>
                  </a:cubicBezTo>
                  <a:cubicBezTo>
                    <a:pt x="62216" y="53857"/>
                    <a:pt x="62530" y="54055"/>
                    <a:pt x="62876" y="54237"/>
                  </a:cubicBezTo>
                  <a:lnTo>
                    <a:pt x="62975" y="54286"/>
                  </a:lnTo>
                  <a:cubicBezTo>
                    <a:pt x="63272" y="54451"/>
                    <a:pt x="63569" y="54583"/>
                    <a:pt x="63867" y="54732"/>
                  </a:cubicBezTo>
                  <a:cubicBezTo>
                    <a:pt x="63933" y="54765"/>
                    <a:pt x="63999" y="54781"/>
                    <a:pt x="64065" y="54814"/>
                  </a:cubicBezTo>
                  <a:cubicBezTo>
                    <a:pt x="64412" y="54963"/>
                    <a:pt x="64742" y="55095"/>
                    <a:pt x="65088" y="55227"/>
                  </a:cubicBezTo>
                  <a:cubicBezTo>
                    <a:pt x="65121" y="55227"/>
                    <a:pt x="65171" y="55243"/>
                    <a:pt x="65204" y="55260"/>
                  </a:cubicBezTo>
                  <a:cubicBezTo>
                    <a:pt x="65517" y="55359"/>
                    <a:pt x="65832" y="55459"/>
                    <a:pt x="66145" y="55540"/>
                  </a:cubicBezTo>
                  <a:cubicBezTo>
                    <a:pt x="66228" y="55558"/>
                    <a:pt x="66310" y="55591"/>
                    <a:pt x="66393" y="55606"/>
                  </a:cubicBezTo>
                  <a:cubicBezTo>
                    <a:pt x="66756" y="55690"/>
                    <a:pt x="67102" y="55771"/>
                    <a:pt x="67465" y="55838"/>
                  </a:cubicBezTo>
                  <a:cubicBezTo>
                    <a:pt x="67498" y="55838"/>
                    <a:pt x="67515" y="55838"/>
                    <a:pt x="67548" y="55855"/>
                  </a:cubicBezTo>
                  <a:cubicBezTo>
                    <a:pt x="67878" y="55904"/>
                    <a:pt x="68224" y="55954"/>
                    <a:pt x="68555" y="55987"/>
                  </a:cubicBezTo>
                  <a:cubicBezTo>
                    <a:pt x="68654" y="55987"/>
                    <a:pt x="68753" y="56003"/>
                    <a:pt x="68852" y="56003"/>
                  </a:cubicBezTo>
                  <a:cubicBezTo>
                    <a:pt x="69215" y="56036"/>
                    <a:pt x="69578" y="56053"/>
                    <a:pt x="69958" y="56053"/>
                  </a:cubicBezTo>
                  <a:cubicBezTo>
                    <a:pt x="70222" y="56053"/>
                    <a:pt x="70487" y="56036"/>
                    <a:pt x="70734" y="56036"/>
                  </a:cubicBezTo>
                  <a:cubicBezTo>
                    <a:pt x="70817" y="56020"/>
                    <a:pt x="70899" y="56020"/>
                    <a:pt x="70965" y="56020"/>
                  </a:cubicBezTo>
                  <a:lnTo>
                    <a:pt x="71510" y="55970"/>
                  </a:lnTo>
                  <a:cubicBezTo>
                    <a:pt x="71592" y="55954"/>
                    <a:pt x="71691" y="55954"/>
                    <a:pt x="71774" y="55937"/>
                  </a:cubicBezTo>
                  <a:cubicBezTo>
                    <a:pt x="71955" y="55921"/>
                    <a:pt x="72153" y="55888"/>
                    <a:pt x="72351" y="55855"/>
                  </a:cubicBezTo>
                  <a:cubicBezTo>
                    <a:pt x="72401" y="55838"/>
                    <a:pt x="72467" y="55838"/>
                    <a:pt x="72516" y="55822"/>
                  </a:cubicBezTo>
                  <a:cubicBezTo>
                    <a:pt x="72765" y="55789"/>
                    <a:pt x="73012" y="55738"/>
                    <a:pt x="73260" y="55672"/>
                  </a:cubicBezTo>
                  <a:lnTo>
                    <a:pt x="73458" y="55624"/>
                  </a:lnTo>
                  <a:cubicBezTo>
                    <a:pt x="73639" y="55591"/>
                    <a:pt x="73804" y="55540"/>
                    <a:pt x="73986" y="55492"/>
                  </a:cubicBezTo>
                  <a:cubicBezTo>
                    <a:pt x="74068" y="55459"/>
                    <a:pt x="74167" y="55441"/>
                    <a:pt x="74250" y="55408"/>
                  </a:cubicBezTo>
                  <a:cubicBezTo>
                    <a:pt x="74415" y="55359"/>
                    <a:pt x="74563" y="55309"/>
                    <a:pt x="74728" y="55243"/>
                  </a:cubicBezTo>
                  <a:cubicBezTo>
                    <a:pt x="74811" y="55227"/>
                    <a:pt x="74893" y="55194"/>
                    <a:pt x="74977" y="55177"/>
                  </a:cubicBezTo>
                  <a:cubicBezTo>
                    <a:pt x="75190" y="55095"/>
                    <a:pt x="75422" y="54996"/>
                    <a:pt x="75653" y="54913"/>
                  </a:cubicBezTo>
                  <a:cubicBezTo>
                    <a:pt x="75686" y="54897"/>
                    <a:pt x="75736" y="54864"/>
                    <a:pt x="75769" y="54847"/>
                  </a:cubicBezTo>
                  <a:cubicBezTo>
                    <a:pt x="75967" y="54765"/>
                    <a:pt x="76148" y="54682"/>
                    <a:pt x="76330" y="54600"/>
                  </a:cubicBezTo>
                  <a:cubicBezTo>
                    <a:pt x="76412" y="54567"/>
                    <a:pt x="76495" y="54517"/>
                    <a:pt x="76577" y="54484"/>
                  </a:cubicBezTo>
                  <a:cubicBezTo>
                    <a:pt x="76726" y="54402"/>
                    <a:pt x="76858" y="54336"/>
                    <a:pt x="76990" y="54270"/>
                  </a:cubicBezTo>
                  <a:cubicBezTo>
                    <a:pt x="77089" y="54220"/>
                    <a:pt x="77171" y="54171"/>
                    <a:pt x="77270" y="54121"/>
                  </a:cubicBezTo>
                  <a:cubicBezTo>
                    <a:pt x="77402" y="54039"/>
                    <a:pt x="77552" y="53956"/>
                    <a:pt x="77684" y="53874"/>
                  </a:cubicBezTo>
                  <a:cubicBezTo>
                    <a:pt x="77766" y="53824"/>
                    <a:pt x="77832" y="53775"/>
                    <a:pt x="77915" y="53742"/>
                  </a:cubicBezTo>
                  <a:cubicBezTo>
                    <a:pt x="78113" y="53610"/>
                    <a:pt x="78311" y="53478"/>
                    <a:pt x="78492" y="53346"/>
                  </a:cubicBezTo>
                  <a:cubicBezTo>
                    <a:pt x="78591" y="53295"/>
                    <a:pt x="78674" y="53229"/>
                    <a:pt x="78756" y="53163"/>
                  </a:cubicBezTo>
                  <a:lnTo>
                    <a:pt x="79103" y="52916"/>
                  </a:lnTo>
                  <a:cubicBezTo>
                    <a:pt x="79202" y="52850"/>
                    <a:pt x="79284" y="52767"/>
                    <a:pt x="79383" y="52701"/>
                  </a:cubicBezTo>
                  <a:lnTo>
                    <a:pt x="79680" y="52454"/>
                  </a:lnTo>
                  <a:cubicBezTo>
                    <a:pt x="79779" y="52371"/>
                    <a:pt x="79878" y="52289"/>
                    <a:pt x="79962" y="52206"/>
                  </a:cubicBezTo>
                  <a:lnTo>
                    <a:pt x="80308" y="51909"/>
                  </a:lnTo>
                  <a:cubicBezTo>
                    <a:pt x="80457" y="51777"/>
                    <a:pt x="80605" y="51629"/>
                    <a:pt x="80754" y="51497"/>
                  </a:cubicBezTo>
                  <a:cubicBezTo>
                    <a:pt x="80836" y="51414"/>
                    <a:pt x="80919" y="51332"/>
                    <a:pt x="81001" y="51233"/>
                  </a:cubicBezTo>
                  <a:lnTo>
                    <a:pt x="81298" y="50936"/>
                  </a:lnTo>
                  <a:cubicBezTo>
                    <a:pt x="81364" y="50852"/>
                    <a:pt x="81447" y="50770"/>
                    <a:pt x="81513" y="50687"/>
                  </a:cubicBezTo>
                  <a:cubicBezTo>
                    <a:pt x="81612" y="50588"/>
                    <a:pt x="81711" y="50473"/>
                    <a:pt x="81810" y="50357"/>
                  </a:cubicBezTo>
                  <a:cubicBezTo>
                    <a:pt x="81859" y="50291"/>
                    <a:pt x="81925" y="50209"/>
                    <a:pt x="81991" y="50143"/>
                  </a:cubicBezTo>
                  <a:cubicBezTo>
                    <a:pt x="82207" y="49879"/>
                    <a:pt x="82405" y="49631"/>
                    <a:pt x="82603" y="49367"/>
                  </a:cubicBezTo>
                  <a:cubicBezTo>
                    <a:pt x="82636" y="49334"/>
                    <a:pt x="82652" y="49301"/>
                    <a:pt x="82685" y="49268"/>
                  </a:cubicBezTo>
                  <a:cubicBezTo>
                    <a:pt x="82784" y="49136"/>
                    <a:pt x="82867" y="48988"/>
                    <a:pt x="82966" y="48856"/>
                  </a:cubicBezTo>
                  <a:cubicBezTo>
                    <a:pt x="83015" y="48790"/>
                    <a:pt x="83065" y="48706"/>
                    <a:pt x="83114" y="48640"/>
                  </a:cubicBezTo>
                  <a:cubicBezTo>
                    <a:pt x="83213" y="48508"/>
                    <a:pt x="83296" y="48360"/>
                    <a:pt x="83378" y="48228"/>
                  </a:cubicBezTo>
                  <a:cubicBezTo>
                    <a:pt x="83428" y="48162"/>
                    <a:pt x="83477" y="48096"/>
                    <a:pt x="83510" y="48013"/>
                  </a:cubicBezTo>
                  <a:cubicBezTo>
                    <a:pt x="83824" y="47518"/>
                    <a:pt x="84104" y="47023"/>
                    <a:pt x="84368" y="46495"/>
                  </a:cubicBezTo>
                  <a:cubicBezTo>
                    <a:pt x="84401" y="46428"/>
                    <a:pt x="84419" y="46380"/>
                    <a:pt x="84452" y="46329"/>
                  </a:cubicBezTo>
                  <a:cubicBezTo>
                    <a:pt x="84452" y="46314"/>
                    <a:pt x="84467" y="46296"/>
                    <a:pt x="84467" y="46281"/>
                  </a:cubicBezTo>
                  <a:lnTo>
                    <a:pt x="93266" y="44117"/>
                  </a:lnTo>
                  <a:lnTo>
                    <a:pt x="93266" y="44151"/>
                  </a:lnTo>
                  <a:cubicBezTo>
                    <a:pt x="93266" y="47601"/>
                    <a:pt x="96056" y="50407"/>
                    <a:pt x="99506" y="50407"/>
                  </a:cubicBezTo>
                  <a:cubicBezTo>
                    <a:pt x="102973" y="50407"/>
                    <a:pt x="105762" y="47601"/>
                    <a:pt x="105762" y="44151"/>
                  </a:cubicBezTo>
                  <a:cubicBezTo>
                    <a:pt x="105762" y="43078"/>
                    <a:pt x="105498" y="42088"/>
                    <a:pt x="105035" y="41212"/>
                  </a:cubicBezTo>
                  <a:lnTo>
                    <a:pt x="109146" y="40206"/>
                  </a:lnTo>
                  <a:lnTo>
                    <a:pt x="109146" y="40206"/>
                  </a:lnTo>
                  <a:cubicBezTo>
                    <a:pt x="109113" y="40387"/>
                    <a:pt x="109096" y="40569"/>
                    <a:pt x="109096" y="40750"/>
                  </a:cubicBezTo>
                  <a:cubicBezTo>
                    <a:pt x="109096" y="43259"/>
                    <a:pt x="111143" y="45306"/>
                    <a:pt x="113652" y="45306"/>
                  </a:cubicBezTo>
                  <a:cubicBezTo>
                    <a:pt x="116161" y="45306"/>
                    <a:pt x="118192" y="43259"/>
                    <a:pt x="118192" y="40750"/>
                  </a:cubicBezTo>
                  <a:cubicBezTo>
                    <a:pt x="118192" y="39793"/>
                    <a:pt x="117895" y="38901"/>
                    <a:pt x="117383" y="38159"/>
                  </a:cubicBezTo>
                  <a:lnTo>
                    <a:pt x="138611" y="32926"/>
                  </a:lnTo>
                  <a:cubicBezTo>
                    <a:pt x="139751" y="32646"/>
                    <a:pt x="139668" y="31028"/>
                    <a:pt x="138512" y="30863"/>
                  </a:cubicBezTo>
                  <a:lnTo>
                    <a:pt x="135855" y="30483"/>
                  </a:lnTo>
                  <a:cubicBezTo>
                    <a:pt x="135800" y="30483"/>
                    <a:pt x="135752" y="30476"/>
                    <a:pt x="135702" y="30476"/>
                  </a:cubicBezTo>
                  <a:cubicBezTo>
                    <a:pt x="135677" y="30476"/>
                    <a:pt x="135651" y="30477"/>
                    <a:pt x="135624" y="30483"/>
                  </a:cubicBezTo>
                  <a:cubicBezTo>
                    <a:pt x="133148" y="30681"/>
                    <a:pt x="96832" y="35122"/>
                    <a:pt x="86532" y="36392"/>
                  </a:cubicBezTo>
                  <a:cubicBezTo>
                    <a:pt x="86433" y="33042"/>
                    <a:pt x="85557" y="29921"/>
                    <a:pt x="84121" y="27247"/>
                  </a:cubicBezTo>
                  <a:lnTo>
                    <a:pt x="110285" y="19605"/>
                  </a:lnTo>
                  <a:cubicBezTo>
                    <a:pt x="111466" y="19259"/>
                    <a:pt x="111191" y="17712"/>
                    <a:pt x="110060" y="17712"/>
                  </a:cubicBezTo>
                  <a:cubicBezTo>
                    <a:pt x="110005" y="17712"/>
                    <a:pt x="109948" y="17716"/>
                    <a:pt x="109889" y="17723"/>
                  </a:cubicBezTo>
                  <a:lnTo>
                    <a:pt x="79746" y="21800"/>
                  </a:lnTo>
                  <a:cubicBezTo>
                    <a:pt x="77585" y="20001"/>
                    <a:pt x="75025" y="18780"/>
                    <a:pt x="72269" y="18333"/>
                  </a:cubicBezTo>
                  <a:lnTo>
                    <a:pt x="70916" y="886"/>
                  </a:lnTo>
                  <a:cubicBezTo>
                    <a:pt x="70874" y="298"/>
                    <a:pt x="70417" y="1"/>
                    <a:pt x="69958" y="1"/>
                  </a:cubicBezTo>
                  <a:close/>
                </a:path>
              </a:pathLst>
            </a:custGeom>
            <a:solidFill>
              <a:srgbClr val="13394F">
                <a:alpha val="34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0" name="Google Shape;6990;p71"/>
            <p:cNvSpPr/>
            <p:nvPr/>
          </p:nvSpPr>
          <p:spPr>
            <a:xfrm>
              <a:off x="7671425" y="2658725"/>
              <a:ext cx="1431725" cy="399475"/>
            </a:xfrm>
            <a:custGeom>
              <a:avLst/>
              <a:gdLst/>
              <a:ahLst/>
              <a:cxnLst/>
              <a:rect l="l" t="t" r="r" b="b"/>
              <a:pathLst>
                <a:path w="57269" h="15979" extrusionOk="0">
                  <a:moveTo>
                    <a:pt x="53142" y="0"/>
                  </a:moveTo>
                  <a:cubicBezTo>
                    <a:pt x="50484" y="231"/>
                    <a:pt x="8473" y="5364"/>
                    <a:pt x="2135" y="6157"/>
                  </a:cubicBezTo>
                  <a:cubicBezTo>
                    <a:pt x="1673" y="6207"/>
                    <a:pt x="1292" y="6570"/>
                    <a:pt x="1226" y="7048"/>
                  </a:cubicBezTo>
                  <a:lnTo>
                    <a:pt x="88" y="14773"/>
                  </a:lnTo>
                  <a:cubicBezTo>
                    <a:pt x="1" y="15427"/>
                    <a:pt x="513" y="15978"/>
                    <a:pt x="1132" y="15978"/>
                  </a:cubicBezTo>
                  <a:cubicBezTo>
                    <a:pt x="1217" y="15978"/>
                    <a:pt x="1304" y="15968"/>
                    <a:pt x="1391" y="15946"/>
                  </a:cubicBezTo>
                  <a:lnTo>
                    <a:pt x="56129" y="2459"/>
                  </a:lnTo>
                  <a:cubicBezTo>
                    <a:pt x="57269" y="2179"/>
                    <a:pt x="57186" y="544"/>
                    <a:pt x="56030" y="379"/>
                  </a:cubicBezTo>
                  <a:lnTo>
                    <a:pt x="53373" y="16"/>
                  </a:lnTo>
                  <a:cubicBezTo>
                    <a:pt x="53290" y="0"/>
                    <a:pt x="53224" y="0"/>
                    <a:pt x="53142" y="0"/>
                  </a:cubicBezTo>
                  <a:close/>
                </a:path>
              </a:pathLst>
            </a:custGeom>
            <a:solidFill>
              <a:schemeClr val="accent3">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1" name="Google Shape;6991;p71"/>
            <p:cNvSpPr/>
            <p:nvPr/>
          </p:nvSpPr>
          <p:spPr>
            <a:xfrm>
              <a:off x="8336775" y="2801900"/>
              <a:ext cx="227425" cy="227425"/>
            </a:xfrm>
            <a:custGeom>
              <a:avLst/>
              <a:gdLst/>
              <a:ahLst/>
              <a:cxnLst/>
              <a:rect l="l" t="t" r="r" b="b"/>
              <a:pathLst>
                <a:path w="9097" h="9097" extrusionOk="0">
                  <a:moveTo>
                    <a:pt x="4556" y="0"/>
                  </a:moveTo>
                  <a:cubicBezTo>
                    <a:pt x="2047" y="0"/>
                    <a:pt x="0" y="2032"/>
                    <a:pt x="0" y="4541"/>
                  </a:cubicBezTo>
                  <a:cubicBezTo>
                    <a:pt x="0" y="7066"/>
                    <a:pt x="2047" y="9097"/>
                    <a:pt x="4556" y="9097"/>
                  </a:cubicBezTo>
                  <a:cubicBezTo>
                    <a:pt x="7065" y="9097"/>
                    <a:pt x="9096" y="7066"/>
                    <a:pt x="9096" y="4541"/>
                  </a:cubicBezTo>
                  <a:cubicBezTo>
                    <a:pt x="9096" y="2032"/>
                    <a:pt x="7065" y="0"/>
                    <a:pt x="45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2" name="Google Shape;6992;p71"/>
            <p:cNvSpPr/>
            <p:nvPr/>
          </p:nvSpPr>
          <p:spPr>
            <a:xfrm>
              <a:off x="8355750" y="2820875"/>
              <a:ext cx="189850" cy="189475"/>
            </a:xfrm>
            <a:custGeom>
              <a:avLst/>
              <a:gdLst/>
              <a:ahLst/>
              <a:cxnLst/>
              <a:rect l="l" t="t" r="r" b="b"/>
              <a:pathLst>
                <a:path w="7594" h="7579" extrusionOk="0">
                  <a:moveTo>
                    <a:pt x="3797" y="1"/>
                  </a:moveTo>
                  <a:cubicBezTo>
                    <a:pt x="1701" y="1"/>
                    <a:pt x="1" y="1685"/>
                    <a:pt x="1" y="3782"/>
                  </a:cubicBezTo>
                  <a:cubicBezTo>
                    <a:pt x="1" y="5877"/>
                    <a:pt x="1701" y="7578"/>
                    <a:pt x="3797" y="7578"/>
                  </a:cubicBezTo>
                  <a:cubicBezTo>
                    <a:pt x="5894" y="7578"/>
                    <a:pt x="7594" y="5877"/>
                    <a:pt x="7594" y="3782"/>
                  </a:cubicBezTo>
                  <a:cubicBezTo>
                    <a:pt x="7594" y="1685"/>
                    <a:pt x="5894" y="1"/>
                    <a:pt x="3797" y="1"/>
                  </a:cubicBezTo>
                  <a:close/>
                </a:path>
              </a:pathLst>
            </a:custGeom>
            <a:solidFill>
              <a:srgbClr val="9F9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3" name="Google Shape;6993;p71"/>
            <p:cNvSpPr/>
            <p:nvPr/>
          </p:nvSpPr>
          <p:spPr>
            <a:xfrm>
              <a:off x="7941025" y="2844000"/>
              <a:ext cx="312400" cy="312825"/>
            </a:xfrm>
            <a:custGeom>
              <a:avLst/>
              <a:gdLst/>
              <a:ahLst/>
              <a:cxnLst/>
              <a:rect l="l" t="t" r="r" b="b"/>
              <a:pathLst>
                <a:path w="12496" h="12513" extrusionOk="0">
                  <a:moveTo>
                    <a:pt x="6240" y="0"/>
                  </a:moveTo>
                  <a:cubicBezTo>
                    <a:pt x="2790" y="0"/>
                    <a:pt x="0" y="2806"/>
                    <a:pt x="0" y="6257"/>
                  </a:cubicBezTo>
                  <a:cubicBezTo>
                    <a:pt x="0" y="9706"/>
                    <a:pt x="2790" y="12513"/>
                    <a:pt x="6240" y="12513"/>
                  </a:cubicBezTo>
                  <a:cubicBezTo>
                    <a:pt x="9707" y="12513"/>
                    <a:pt x="12496" y="9706"/>
                    <a:pt x="12496" y="6257"/>
                  </a:cubicBezTo>
                  <a:cubicBezTo>
                    <a:pt x="12496" y="2806"/>
                    <a:pt x="9707" y="0"/>
                    <a:pt x="62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4" name="Google Shape;6994;p71"/>
            <p:cNvSpPr/>
            <p:nvPr/>
          </p:nvSpPr>
          <p:spPr>
            <a:xfrm>
              <a:off x="7966600" y="2870000"/>
              <a:ext cx="260850" cy="260850"/>
            </a:xfrm>
            <a:custGeom>
              <a:avLst/>
              <a:gdLst/>
              <a:ahLst/>
              <a:cxnLst/>
              <a:rect l="l" t="t" r="r" b="b"/>
              <a:pathLst>
                <a:path w="10434" h="10434" extrusionOk="0">
                  <a:moveTo>
                    <a:pt x="5217" y="1"/>
                  </a:moveTo>
                  <a:cubicBezTo>
                    <a:pt x="2345" y="1"/>
                    <a:pt x="1" y="2345"/>
                    <a:pt x="1" y="5217"/>
                  </a:cubicBezTo>
                  <a:cubicBezTo>
                    <a:pt x="1" y="8105"/>
                    <a:pt x="2345" y="10433"/>
                    <a:pt x="5217" y="10433"/>
                  </a:cubicBezTo>
                  <a:cubicBezTo>
                    <a:pt x="8105" y="10433"/>
                    <a:pt x="10433" y="8105"/>
                    <a:pt x="10433" y="5217"/>
                  </a:cubicBezTo>
                  <a:cubicBezTo>
                    <a:pt x="10433" y="2345"/>
                    <a:pt x="8105" y="1"/>
                    <a:pt x="5217" y="1"/>
                  </a:cubicBezTo>
                  <a:close/>
                </a:path>
              </a:pathLst>
            </a:custGeom>
            <a:solidFill>
              <a:srgbClr val="9F9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5" name="Google Shape;6995;p71"/>
            <p:cNvSpPr/>
            <p:nvPr/>
          </p:nvSpPr>
          <p:spPr>
            <a:xfrm>
              <a:off x="8355750" y="2820875"/>
              <a:ext cx="189850" cy="189475"/>
            </a:xfrm>
            <a:custGeom>
              <a:avLst/>
              <a:gdLst/>
              <a:ahLst/>
              <a:cxnLst/>
              <a:rect l="l" t="t" r="r" b="b"/>
              <a:pathLst>
                <a:path w="7594" h="7579" extrusionOk="0">
                  <a:moveTo>
                    <a:pt x="3797" y="1"/>
                  </a:moveTo>
                  <a:cubicBezTo>
                    <a:pt x="1701" y="1"/>
                    <a:pt x="1" y="1685"/>
                    <a:pt x="1" y="3782"/>
                  </a:cubicBezTo>
                  <a:cubicBezTo>
                    <a:pt x="1" y="5877"/>
                    <a:pt x="1701" y="7578"/>
                    <a:pt x="3797" y="7578"/>
                  </a:cubicBezTo>
                  <a:cubicBezTo>
                    <a:pt x="5894" y="7578"/>
                    <a:pt x="7594" y="5877"/>
                    <a:pt x="7594" y="3782"/>
                  </a:cubicBezTo>
                  <a:cubicBezTo>
                    <a:pt x="7594" y="1685"/>
                    <a:pt x="5894" y="1"/>
                    <a:pt x="37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6" name="Google Shape;6996;p71"/>
            <p:cNvSpPr/>
            <p:nvPr/>
          </p:nvSpPr>
          <p:spPr>
            <a:xfrm>
              <a:off x="7966600" y="2870000"/>
              <a:ext cx="260850" cy="260850"/>
            </a:xfrm>
            <a:custGeom>
              <a:avLst/>
              <a:gdLst/>
              <a:ahLst/>
              <a:cxnLst/>
              <a:rect l="l" t="t" r="r" b="b"/>
              <a:pathLst>
                <a:path w="10434" h="10434" extrusionOk="0">
                  <a:moveTo>
                    <a:pt x="5217" y="1"/>
                  </a:moveTo>
                  <a:cubicBezTo>
                    <a:pt x="2345" y="1"/>
                    <a:pt x="1" y="2345"/>
                    <a:pt x="1" y="5217"/>
                  </a:cubicBezTo>
                  <a:cubicBezTo>
                    <a:pt x="1" y="8105"/>
                    <a:pt x="2345" y="10433"/>
                    <a:pt x="5217" y="10433"/>
                  </a:cubicBezTo>
                  <a:cubicBezTo>
                    <a:pt x="8105" y="10433"/>
                    <a:pt x="10433" y="8105"/>
                    <a:pt x="10433" y="5217"/>
                  </a:cubicBezTo>
                  <a:cubicBezTo>
                    <a:pt x="10433" y="2345"/>
                    <a:pt x="8105" y="1"/>
                    <a:pt x="5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7" name="Google Shape;6997;p71"/>
            <p:cNvSpPr/>
            <p:nvPr/>
          </p:nvSpPr>
          <p:spPr>
            <a:xfrm>
              <a:off x="7269575" y="1896850"/>
              <a:ext cx="170475" cy="777150"/>
            </a:xfrm>
            <a:custGeom>
              <a:avLst/>
              <a:gdLst/>
              <a:ahLst/>
              <a:cxnLst/>
              <a:rect l="l" t="t" r="r" b="b"/>
              <a:pathLst>
                <a:path w="6819" h="31086" extrusionOk="0">
                  <a:moveTo>
                    <a:pt x="3549" y="1"/>
                  </a:moveTo>
                  <a:cubicBezTo>
                    <a:pt x="3093" y="1"/>
                    <a:pt x="2634" y="294"/>
                    <a:pt x="2576" y="877"/>
                  </a:cubicBezTo>
                  <a:lnTo>
                    <a:pt x="1" y="31085"/>
                  </a:lnTo>
                  <a:lnTo>
                    <a:pt x="1" y="31085"/>
                  </a:lnTo>
                  <a:lnTo>
                    <a:pt x="6819" y="30937"/>
                  </a:lnTo>
                  <a:lnTo>
                    <a:pt x="4508" y="895"/>
                  </a:lnTo>
                  <a:cubicBezTo>
                    <a:pt x="4466" y="298"/>
                    <a:pt x="4009" y="1"/>
                    <a:pt x="3549" y="1"/>
                  </a:cubicBezTo>
                  <a:close/>
                </a:path>
              </a:pathLst>
            </a:custGeom>
            <a:solidFill>
              <a:schemeClr val="accent3">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8" name="Google Shape;6998;p71"/>
            <p:cNvSpPr/>
            <p:nvPr/>
          </p:nvSpPr>
          <p:spPr>
            <a:xfrm>
              <a:off x="7543200" y="2339425"/>
              <a:ext cx="852850" cy="275975"/>
            </a:xfrm>
            <a:custGeom>
              <a:avLst/>
              <a:gdLst/>
              <a:ahLst/>
              <a:cxnLst/>
              <a:rect l="l" t="t" r="r" b="b"/>
              <a:pathLst>
                <a:path w="34114" h="11039" extrusionOk="0">
                  <a:moveTo>
                    <a:pt x="32705" y="0"/>
                  </a:moveTo>
                  <a:cubicBezTo>
                    <a:pt x="32651" y="0"/>
                    <a:pt x="32594" y="4"/>
                    <a:pt x="32536" y="12"/>
                  </a:cubicBezTo>
                  <a:lnTo>
                    <a:pt x="1" y="4420"/>
                  </a:lnTo>
                  <a:lnTo>
                    <a:pt x="1601" y="11038"/>
                  </a:lnTo>
                  <a:lnTo>
                    <a:pt x="32932" y="1911"/>
                  </a:lnTo>
                  <a:cubicBezTo>
                    <a:pt x="34113" y="1564"/>
                    <a:pt x="33837" y="0"/>
                    <a:pt x="32705" y="0"/>
                  </a:cubicBezTo>
                  <a:close/>
                </a:path>
              </a:pathLst>
            </a:custGeom>
            <a:solidFill>
              <a:schemeClr val="accent3">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9" name="Google Shape;6999;p71"/>
            <p:cNvSpPr/>
            <p:nvPr/>
          </p:nvSpPr>
          <p:spPr>
            <a:xfrm>
              <a:off x="6335875" y="2339425"/>
              <a:ext cx="852850" cy="275975"/>
            </a:xfrm>
            <a:custGeom>
              <a:avLst/>
              <a:gdLst/>
              <a:ahLst/>
              <a:cxnLst/>
              <a:rect l="l" t="t" r="r" b="b"/>
              <a:pathLst>
                <a:path w="34114" h="11039" extrusionOk="0">
                  <a:moveTo>
                    <a:pt x="1408" y="0"/>
                  </a:moveTo>
                  <a:cubicBezTo>
                    <a:pt x="276" y="0"/>
                    <a:pt x="0" y="1564"/>
                    <a:pt x="1182" y="1911"/>
                  </a:cubicBezTo>
                  <a:lnTo>
                    <a:pt x="32513" y="11038"/>
                  </a:lnTo>
                  <a:lnTo>
                    <a:pt x="34113" y="4420"/>
                  </a:lnTo>
                  <a:lnTo>
                    <a:pt x="1578" y="12"/>
                  </a:lnTo>
                  <a:cubicBezTo>
                    <a:pt x="1520" y="4"/>
                    <a:pt x="1463" y="0"/>
                    <a:pt x="1408" y="0"/>
                  </a:cubicBezTo>
                  <a:close/>
                </a:path>
              </a:pathLst>
            </a:custGeom>
            <a:solidFill>
              <a:schemeClr val="accent3">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0" name="Google Shape;7000;p71"/>
            <p:cNvSpPr/>
            <p:nvPr/>
          </p:nvSpPr>
          <p:spPr>
            <a:xfrm>
              <a:off x="5609375" y="2658725"/>
              <a:ext cx="1431675" cy="399475"/>
            </a:xfrm>
            <a:custGeom>
              <a:avLst/>
              <a:gdLst/>
              <a:ahLst/>
              <a:cxnLst/>
              <a:rect l="l" t="t" r="r" b="b"/>
              <a:pathLst>
                <a:path w="57267" h="15979" extrusionOk="0">
                  <a:moveTo>
                    <a:pt x="4110" y="0"/>
                  </a:moveTo>
                  <a:cubicBezTo>
                    <a:pt x="4044" y="0"/>
                    <a:pt x="3963" y="0"/>
                    <a:pt x="3879" y="16"/>
                  </a:cubicBezTo>
                  <a:lnTo>
                    <a:pt x="1238" y="379"/>
                  </a:lnTo>
                  <a:cubicBezTo>
                    <a:pt x="83" y="544"/>
                    <a:pt x="1" y="2179"/>
                    <a:pt x="1123" y="2459"/>
                  </a:cubicBezTo>
                  <a:lnTo>
                    <a:pt x="55877" y="15946"/>
                  </a:lnTo>
                  <a:cubicBezTo>
                    <a:pt x="55964" y="15968"/>
                    <a:pt x="56051" y="15978"/>
                    <a:pt x="56136" y="15978"/>
                  </a:cubicBezTo>
                  <a:cubicBezTo>
                    <a:pt x="56755" y="15978"/>
                    <a:pt x="57267" y="15427"/>
                    <a:pt x="57165" y="14773"/>
                  </a:cubicBezTo>
                  <a:lnTo>
                    <a:pt x="56026" y="7048"/>
                  </a:lnTo>
                  <a:cubicBezTo>
                    <a:pt x="55960" y="6570"/>
                    <a:pt x="55597" y="6207"/>
                    <a:pt x="55118" y="6157"/>
                  </a:cubicBezTo>
                  <a:cubicBezTo>
                    <a:pt x="48779" y="5364"/>
                    <a:pt x="6785" y="231"/>
                    <a:pt x="4110" y="0"/>
                  </a:cubicBezTo>
                  <a:close/>
                </a:path>
              </a:pathLst>
            </a:custGeom>
            <a:solidFill>
              <a:schemeClr val="accent3">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1" name="Google Shape;7001;p71"/>
            <p:cNvSpPr/>
            <p:nvPr/>
          </p:nvSpPr>
          <p:spPr>
            <a:xfrm>
              <a:off x="6147925" y="2801900"/>
              <a:ext cx="227425" cy="227425"/>
            </a:xfrm>
            <a:custGeom>
              <a:avLst/>
              <a:gdLst/>
              <a:ahLst/>
              <a:cxnLst/>
              <a:rect l="l" t="t" r="r" b="b"/>
              <a:pathLst>
                <a:path w="9097" h="9097" extrusionOk="0">
                  <a:moveTo>
                    <a:pt x="4556" y="0"/>
                  </a:moveTo>
                  <a:cubicBezTo>
                    <a:pt x="2031" y="0"/>
                    <a:pt x="0" y="2032"/>
                    <a:pt x="0" y="4541"/>
                  </a:cubicBezTo>
                  <a:cubicBezTo>
                    <a:pt x="0" y="7066"/>
                    <a:pt x="2031" y="9097"/>
                    <a:pt x="4556" y="9097"/>
                  </a:cubicBezTo>
                  <a:cubicBezTo>
                    <a:pt x="7065" y="9097"/>
                    <a:pt x="9096" y="7066"/>
                    <a:pt x="9096" y="4541"/>
                  </a:cubicBezTo>
                  <a:cubicBezTo>
                    <a:pt x="9096" y="2032"/>
                    <a:pt x="7065" y="0"/>
                    <a:pt x="45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2" name="Google Shape;7002;p71"/>
            <p:cNvSpPr/>
            <p:nvPr/>
          </p:nvSpPr>
          <p:spPr>
            <a:xfrm>
              <a:off x="6166900" y="2820875"/>
              <a:ext cx="189450" cy="189475"/>
            </a:xfrm>
            <a:custGeom>
              <a:avLst/>
              <a:gdLst/>
              <a:ahLst/>
              <a:cxnLst/>
              <a:rect l="l" t="t" r="r" b="b"/>
              <a:pathLst>
                <a:path w="7578" h="7579" extrusionOk="0">
                  <a:moveTo>
                    <a:pt x="3797" y="1"/>
                  </a:moveTo>
                  <a:cubicBezTo>
                    <a:pt x="1701" y="1"/>
                    <a:pt x="0" y="1685"/>
                    <a:pt x="0" y="3782"/>
                  </a:cubicBezTo>
                  <a:cubicBezTo>
                    <a:pt x="0" y="5877"/>
                    <a:pt x="1701" y="7578"/>
                    <a:pt x="3797" y="7578"/>
                  </a:cubicBezTo>
                  <a:cubicBezTo>
                    <a:pt x="5894" y="7578"/>
                    <a:pt x="7578" y="5877"/>
                    <a:pt x="7578" y="3782"/>
                  </a:cubicBezTo>
                  <a:cubicBezTo>
                    <a:pt x="7578" y="1685"/>
                    <a:pt x="5894" y="1"/>
                    <a:pt x="3797" y="1"/>
                  </a:cubicBezTo>
                  <a:close/>
                </a:path>
              </a:pathLst>
            </a:custGeom>
            <a:solidFill>
              <a:srgbClr val="9F9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3" name="Google Shape;7003;p71"/>
            <p:cNvSpPr/>
            <p:nvPr/>
          </p:nvSpPr>
          <p:spPr>
            <a:xfrm>
              <a:off x="6943550" y="2350425"/>
              <a:ext cx="829525" cy="947525"/>
            </a:xfrm>
            <a:custGeom>
              <a:avLst/>
              <a:gdLst/>
              <a:ahLst/>
              <a:cxnLst/>
              <a:rect l="l" t="t" r="r" b="b"/>
              <a:pathLst>
                <a:path w="33181" h="37901" extrusionOk="0">
                  <a:moveTo>
                    <a:pt x="16591" y="1"/>
                  </a:moveTo>
                  <a:cubicBezTo>
                    <a:pt x="7429" y="1"/>
                    <a:pt x="1" y="8485"/>
                    <a:pt x="1" y="18951"/>
                  </a:cubicBezTo>
                  <a:cubicBezTo>
                    <a:pt x="1" y="29416"/>
                    <a:pt x="7429" y="37901"/>
                    <a:pt x="16591" y="37901"/>
                  </a:cubicBezTo>
                  <a:cubicBezTo>
                    <a:pt x="25752" y="37901"/>
                    <a:pt x="33180" y="29416"/>
                    <a:pt x="33180" y="18951"/>
                  </a:cubicBezTo>
                  <a:cubicBezTo>
                    <a:pt x="33180" y="8485"/>
                    <a:pt x="25752" y="1"/>
                    <a:pt x="16591" y="1"/>
                  </a:cubicBezTo>
                  <a:close/>
                </a:path>
              </a:pathLst>
            </a:custGeom>
            <a:solidFill>
              <a:schemeClr val="accent3">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4" name="Google Shape;7004;p71"/>
            <p:cNvSpPr/>
            <p:nvPr/>
          </p:nvSpPr>
          <p:spPr>
            <a:xfrm>
              <a:off x="7278650" y="2623625"/>
              <a:ext cx="174600" cy="247225"/>
            </a:xfrm>
            <a:custGeom>
              <a:avLst/>
              <a:gdLst/>
              <a:ahLst/>
              <a:cxnLst/>
              <a:rect l="l" t="t" r="r" b="b"/>
              <a:pathLst>
                <a:path w="6984" h="9889" extrusionOk="0">
                  <a:moveTo>
                    <a:pt x="67" y="0"/>
                  </a:moveTo>
                  <a:cubicBezTo>
                    <a:pt x="34" y="0"/>
                    <a:pt x="1" y="33"/>
                    <a:pt x="1" y="66"/>
                  </a:cubicBezTo>
                  <a:lnTo>
                    <a:pt x="1" y="9839"/>
                  </a:lnTo>
                  <a:cubicBezTo>
                    <a:pt x="1" y="9872"/>
                    <a:pt x="34" y="9889"/>
                    <a:pt x="67" y="9889"/>
                  </a:cubicBezTo>
                  <a:lnTo>
                    <a:pt x="6934" y="9889"/>
                  </a:lnTo>
                  <a:cubicBezTo>
                    <a:pt x="6967" y="9889"/>
                    <a:pt x="6984" y="9872"/>
                    <a:pt x="6984" y="9839"/>
                  </a:cubicBezTo>
                  <a:lnTo>
                    <a:pt x="6984" y="66"/>
                  </a:lnTo>
                  <a:cubicBezTo>
                    <a:pt x="6984" y="33"/>
                    <a:pt x="6967" y="0"/>
                    <a:pt x="69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5" name="Google Shape;7005;p71"/>
            <p:cNvSpPr/>
            <p:nvPr/>
          </p:nvSpPr>
          <p:spPr>
            <a:xfrm>
              <a:off x="7484175" y="2584625"/>
              <a:ext cx="248450" cy="283750"/>
            </a:xfrm>
            <a:custGeom>
              <a:avLst/>
              <a:gdLst/>
              <a:ahLst/>
              <a:cxnLst/>
              <a:rect l="l" t="t" r="r" b="b"/>
              <a:pathLst>
                <a:path w="9938" h="11350" extrusionOk="0">
                  <a:moveTo>
                    <a:pt x="6973" y="1"/>
                  </a:moveTo>
                  <a:cubicBezTo>
                    <a:pt x="6883" y="1"/>
                    <a:pt x="6791" y="20"/>
                    <a:pt x="6702" y="59"/>
                  </a:cubicBezTo>
                  <a:cubicBezTo>
                    <a:pt x="4061" y="1197"/>
                    <a:pt x="1800" y="1479"/>
                    <a:pt x="711" y="1545"/>
                  </a:cubicBezTo>
                  <a:cubicBezTo>
                    <a:pt x="331" y="1560"/>
                    <a:pt x="33" y="1924"/>
                    <a:pt x="33" y="2370"/>
                  </a:cubicBezTo>
                  <a:lnTo>
                    <a:pt x="0" y="10507"/>
                  </a:lnTo>
                  <a:cubicBezTo>
                    <a:pt x="0" y="10969"/>
                    <a:pt x="331" y="11333"/>
                    <a:pt x="727" y="11350"/>
                  </a:cubicBezTo>
                  <a:cubicBezTo>
                    <a:pt x="745" y="11350"/>
                    <a:pt x="763" y="11350"/>
                    <a:pt x="781" y="11350"/>
                  </a:cubicBezTo>
                  <a:cubicBezTo>
                    <a:pt x="5962" y="11350"/>
                    <a:pt x="8769" y="9085"/>
                    <a:pt x="9658" y="8229"/>
                  </a:cubicBezTo>
                  <a:cubicBezTo>
                    <a:pt x="9856" y="8031"/>
                    <a:pt x="9938" y="7734"/>
                    <a:pt x="9889" y="7454"/>
                  </a:cubicBezTo>
                  <a:cubicBezTo>
                    <a:pt x="9129" y="2947"/>
                    <a:pt x="8089" y="1032"/>
                    <a:pt x="7528" y="290"/>
                  </a:cubicBezTo>
                  <a:cubicBezTo>
                    <a:pt x="7389" y="105"/>
                    <a:pt x="7185" y="1"/>
                    <a:pt x="69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6" name="Google Shape;7006;p71"/>
            <p:cNvSpPr/>
            <p:nvPr/>
          </p:nvSpPr>
          <p:spPr>
            <a:xfrm>
              <a:off x="6991025" y="2584625"/>
              <a:ext cx="248475" cy="283750"/>
            </a:xfrm>
            <a:custGeom>
              <a:avLst/>
              <a:gdLst/>
              <a:ahLst/>
              <a:cxnLst/>
              <a:rect l="l" t="t" r="r" b="b"/>
              <a:pathLst>
                <a:path w="9939" h="11350" extrusionOk="0">
                  <a:moveTo>
                    <a:pt x="2966" y="1"/>
                  </a:moveTo>
                  <a:cubicBezTo>
                    <a:pt x="2754" y="1"/>
                    <a:pt x="2550" y="105"/>
                    <a:pt x="2411" y="290"/>
                  </a:cubicBezTo>
                  <a:cubicBezTo>
                    <a:pt x="1850" y="1032"/>
                    <a:pt x="809" y="2947"/>
                    <a:pt x="50" y="7454"/>
                  </a:cubicBezTo>
                  <a:cubicBezTo>
                    <a:pt x="1" y="7734"/>
                    <a:pt x="83" y="8031"/>
                    <a:pt x="281" y="8229"/>
                  </a:cubicBezTo>
                  <a:cubicBezTo>
                    <a:pt x="1169" y="9085"/>
                    <a:pt x="3976" y="11350"/>
                    <a:pt x="9158" y="11350"/>
                  </a:cubicBezTo>
                  <a:cubicBezTo>
                    <a:pt x="9176" y="11350"/>
                    <a:pt x="9194" y="11350"/>
                    <a:pt x="9212" y="11350"/>
                  </a:cubicBezTo>
                  <a:cubicBezTo>
                    <a:pt x="9608" y="11333"/>
                    <a:pt x="9938" y="10969"/>
                    <a:pt x="9938" y="10507"/>
                  </a:cubicBezTo>
                  <a:lnTo>
                    <a:pt x="9905" y="2370"/>
                  </a:lnTo>
                  <a:cubicBezTo>
                    <a:pt x="9905" y="1924"/>
                    <a:pt x="9608" y="1560"/>
                    <a:pt x="9228" y="1545"/>
                  </a:cubicBezTo>
                  <a:cubicBezTo>
                    <a:pt x="8138" y="1479"/>
                    <a:pt x="5877" y="1197"/>
                    <a:pt x="3236" y="59"/>
                  </a:cubicBezTo>
                  <a:cubicBezTo>
                    <a:pt x="3148" y="20"/>
                    <a:pt x="3056" y="1"/>
                    <a:pt x="29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7" name="Google Shape;7007;p71"/>
            <p:cNvSpPr/>
            <p:nvPr/>
          </p:nvSpPr>
          <p:spPr>
            <a:xfrm>
              <a:off x="6979875" y="2991325"/>
              <a:ext cx="766775" cy="306625"/>
            </a:xfrm>
            <a:custGeom>
              <a:avLst/>
              <a:gdLst/>
              <a:ahLst/>
              <a:cxnLst/>
              <a:rect l="l" t="t" r="r" b="b"/>
              <a:pathLst>
                <a:path w="30671" h="12265" extrusionOk="0">
                  <a:moveTo>
                    <a:pt x="30671" y="1"/>
                  </a:moveTo>
                  <a:lnTo>
                    <a:pt x="30671" y="1"/>
                  </a:lnTo>
                  <a:cubicBezTo>
                    <a:pt x="25787" y="2851"/>
                    <a:pt x="20442" y="3802"/>
                    <a:pt x="15478" y="3802"/>
                  </a:cubicBezTo>
                  <a:cubicBezTo>
                    <a:pt x="9086" y="3802"/>
                    <a:pt x="3327" y="2224"/>
                    <a:pt x="1" y="1090"/>
                  </a:cubicBezTo>
                  <a:lnTo>
                    <a:pt x="1" y="1090"/>
                  </a:lnTo>
                  <a:cubicBezTo>
                    <a:pt x="2609" y="7676"/>
                    <a:pt x="8403" y="12265"/>
                    <a:pt x="15138" y="12265"/>
                  </a:cubicBezTo>
                  <a:cubicBezTo>
                    <a:pt x="22252" y="12265"/>
                    <a:pt x="28311" y="7165"/>
                    <a:pt x="306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8" name="Google Shape;7008;p71"/>
            <p:cNvSpPr/>
            <p:nvPr/>
          </p:nvSpPr>
          <p:spPr>
            <a:xfrm>
              <a:off x="6458675" y="2844000"/>
              <a:ext cx="312850" cy="312825"/>
            </a:xfrm>
            <a:custGeom>
              <a:avLst/>
              <a:gdLst/>
              <a:ahLst/>
              <a:cxnLst/>
              <a:rect l="l" t="t" r="r" b="b"/>
              <a:pathLst>
                <a:path w="12514" h="12513" extrusionOk="0">
                  <a:moveTo>
                    <a:pt x="6256" y="0"/>
                  </a:moveTo>
                  <a:cubicBezTo>
                    <a:pt x="2807" y="0"/>
                    <a:pt x="1" y="2806"/>
                    <a:pt x="1" y="6257"/>
                  </a:cubicBezTo>
                  <a:cubicBezTo>
                    <a:pt x="1" y="9706"/>
                    <a:pt x="2807" y="12513"/>
                    <a:pt x="6256" y="12513"/>
                  </a:cubicBezTo>
                  <a:cubicBezTo>
                    <a:pt x="9707" y="12513"/>
                    <a:pt x="12513" y="9706"/>
                    <a:pt x="12513" y="6257"/>
                  </a:cubicBezTo>
                  <a:cubicBezTo>
                    <a:pt x="12513" y="2806"/>
                    <a:pt x="9707" y="0"/>
                    <a:pt x="62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9" name="Google Shape;7009;p71"/>
            <p:cNvSpPr/>
            <p:nvPr/>
          </p:nvSpPr>
          <p:spPr>
            <a:xfrm>
              <a:off x="6484650" y="2870000"/>
              <a:ext cx="260850" cy="260850"/>
            </a:xfrm>
            <a:custGeom>
              <a:avLst/>
              <a:gdLst/>
              <a:ahLst/>
              <a:cxnLst/>
              <a:rect l="l" t="t" r="r" b="b"/>
              <a:pathLst>
                <a:path w="10434" h="10434" extrusionOk="0">
                  <a:moveTo>
                    <a:pt x="5217" y="1"/>
                  </a:moveTo>
                  <a:cubicBezTo>
                    <a:pt x="2345" y="1"/>
                    <a:pt x="1" y="2345"/>
                    <a:pt x="1" y="5217"/>
                  </a:cubicBezTo>
                  <a:cubicBezTo>
                    <a:pt x="1" y="8105"/>
                    <a:pt x="2345" y="10433"/>
                    <a:pt x="5217" y="10433"/>
                  </a:cubicBezTo>
                  <a:cubicBezTo>
                    <a:pt x="8107" y="10433"/>
                    <a:pt x="10433" y="8105"/>
                    <a:pt x="10433" y="5217"/>
                  </a:cubicBezTo>
                  <a:cubicBezTo>
                    <a:pt x="10433" y="2345"/>
                    <a:pt x="8107" y="1"/>
                    <a:pt x="5217" y="1"/>
                  </a:cubicBezTo>
                  <a:close/>
                </a:path>
              </a:pathLst>
            </a:custGeom>
            <a:solidFill>
              <a:srgbClr val="9F9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0" name="Google Shape;7010;p71"/>
            <p:cNvSpPr/>
            <p:nvPr/>
          </p:nvSpPr>
          <p:spPr>
            <a:xfrm>
              <a:off x="6166900" y="2820875"/>
              <a:ext cx="189450" cy="189475"/>
            </a:xfrm>
            <a:custGeom>
              <a:avLst/>
              <a:gdLst/>
              <a:ahLst/>
              <a:cxnLst/>
              <a:rect l="l" t="t" r="r" b="b"/>
              <a:pathLst>
                <a:path w="7578" h="7579" extrusionOk="0">
                  <a:moveTo>
                    <a:pt x="3797" y="1"/>
                  </a:moveTo>
                  <a:cubicBezTo>
                    <a:pt x="1701" y="1"/>
                    <a:pt x="0" y="1685"/>
                    <a:pt x="0" y="3782"/>
                  </a:cubicBezTo>
                  <a:cubicBezTo>
                    <a:pt x="0" y="5877"/>
                    <a:pt x="1701" y="7578"/>
                    <a:pt x="3797" y="7578"/>
                  </a:cubicBezTo>
                  <a:cubicBezTo>
                    <a:pt x="5894" y="7578"/>
                    <a:pt x="7578" y="5877"/>
                    <a:pt x="7578" y="3782"/>
                  </a:cubicBezTo>
                  <a:cubicBezTo>
                    <a:pt x="7578" y="1685"/>
                    <a:pt x="5894" y="1"/>
                    <a:pt x="37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1" name="Google Shape;7011;p71"/>
            <p:cNvSpPr/>
            <p:nvPr/>
          </p:nvSpPr>
          <p:spPr>
            <a:xfrm>
              <a:off x="6484650" y="2870000"/>
              <a:ext cx="260850" cy="260850"/>
            </a:xfrm>
            <a:custGeom>
              <a:avLst/>
              <a:gdLst/>
              <a:ahLst/>
              <a:cxnLst/>
              <a:rect l="l" t="t" r="r" b="b"/>
              <a:pathLst>
                <a:path w="10434" h="10434" extrusionOk="0">
                  <a:moveTo>
                    <a:pt x="5217" y="1"/>
                  </a:moveTo>
                  <a:cubicBezTo>
                    <a:pt x="2345" y="1"/>
                    <a:pt x="1" y="2345"/>
                    <a:pt x="1" y="5217"/>
                  </a:cubicBezTo>
                  <a:cubicBezTo>
                    <a:pt x="1" y="8105"/>
                    <a:pt x="2345" y="10433"/>
                    <a:pt x="5217" y="10433"/>
                  </a:cubicBezTo>
                  <a:cubicBezTo>
                    <a:pt x="8107" y="10433"/>
                    <a:pt x="10433" y="8105"/>
                    <a:pt x="10433" y="5217"/>
                  </a:cubicBezTo>
                  <a:cubicBezTo>
                    <a:pt x="10433" y="2345"/>
                    <a:pt x="8107" y="1"/>
                    <a:pt x="5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68"/>
        <p:cNvGrpSpPr/>
        <p:nvPr/>
      </p:nvGrpSpPr>
      <p:grpSpPr>
        <a:xfrm>
          <a:off x="0" y="0"/>
          <a:ext cx="0" cy="0"/>
          <a:chOff x="0" y="0"/>
          <a:chExt cx="0" cy="0"/>
        </a:xfrm>
      </p:grpSpPr>
      <p:sp>
        <p:nvSpPr>
          <p:cNvPr id="4869" name="Google Shape;4869;p45"/>
          <p:cNvSpPr txBox="1">
            <a:spLocks noGrp="1"/>
          </p:cNvSpPr>
          <p:nvPr>
            <p:ph type="title"/>
          </p:nvPr>
        </p:nvSpPr>
        <p:spPr>
          <a:xfrm>
            <a:off x="720000" y="24393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refrences</a:t>
            </a:r>
            <a:endParaRPr dirty="0"/>
          </a:p>
        </p:txBody>
      </p:sp>
      <p:sp>
        <p:nvSpPr>
          <p:cNvPr id="4870" name="Google Shape;4870;p45"/>
          <p:cNvSpPr txBox="1">
            <a:spLocks noGrp="1"/>
          </p:cNvSpPr>
          <p:nvPr>
            <p:ph type="subTitle" idx="1"/>
          </p:nvPr>
        </p:nvSpPr>
        <p:spPr>
          <a:xfrm>
            <a:off x="483825" y="1241415"/>
            <a:ext cx="8176350" cy="1330335"/>
          </a:xfrm>
          <a:prstGeom prst="rect">
            <a:avLst/>
          </a:prstGeom>
        </p:spPr>
        <p:txBody>
          <a:bodyPr spcFirstLastPara="1" wrap="square" lIns="91425" tIns="91425" rIns="91425" bIns="91425" anchor="t" anchorCtr="0">
            <a:noAutofit/>
          </a:bodyPr>
          <a:lstStyle/>
          <a:p>
            <a:pPr marL="0" indent="0" algn="l">
              <a:lnSpc>
                <a:spcPct val="107000"/>
              </a:lnSpc>
              <a:spcAft>
                <a:spcPts val="800"/>
              </a:spcAft>
            </a:pPr>
            <a:r>
              <a:rPr lang="en-US" sz="2000" b="1" kern="100" dirty="0">
                <a:latin typeface="Times New Roman" panose="02020603050405020304" pitchFamily="18" charset="0"/>
                <a:cs typeface="Arial" panose="020B0604020202020204" pitchFamily="34" charset="0"/>
              </a:rPr>
              <a:t>Data Structures and Algorithms in C++</a:t>
            </a:r>
          </a:p>
          <a:p>
            <a:pPr marL="0" indent="0" algn="l">
              <a:lnSpc>
                <a:spcPct val="107000"/>
              </a:lnSpc>
              <a:spcAft>
                <a:spcPts val="800"/>
              </a:spcAft>
            </a:pPr>
            <a:endParaRPr sz="2000" b="1" kern="100" dirty="0">
              <a:latin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574591113"/>
      </p:ext>
    </p:extLst>
  </p:cSld>
  <p:clrMapOvr>
    <a:masterClrMapping/>
  </p:clrMapOvr>
</p:sld>
</file>

<file path=ppt/theme/theme1.xml><?xml version="1.0" encoding="utf-8"?>
<a:theme xmlns:a="http://schemas.openxmlformats.org/drawingml/2006/main" name="Flying Airplane Theme by Slidesgo">
  <a:themeElements>
    <a:clrScheme name="Simple Light">
      <a:dk1>
        <a:srgbClr val="13394F"/>
      </a:dk1>
      <a:lt1>
        <a:srgbClr val="C8EAFF"/>
      </a:lt1>
      <a:dk2>
        <a:srgbClr val="3992C8"/>
      </a:dk2>
      <a:lt2>
        <a:srgbClr val="326663"/>
      </a:lt2>
      <a:accent1>
        <a:srgbClr val="5C8988"/>
      </a:accent1>
      <a:accent2>
        <a:srgbClr val="A5A284"/>
      </a:accent2>
      <a:accent3>
        <a:srgbClr val="D6D4B2"/>
      </a:accent3>
      <a:accent4>
        <a:srgbClr val="F5E6E4"/>
      </a:accent4>
      <a:accent5>
        <a:srgbClr val="FFFFFF"/>
      </a:accent5>
      <a:accent6>
        <a:srgbClr val="FFFFFF"/>
      </a:accent6>
      <a:hlink>
        <a:srgbClr val="13394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66BB69C3230DD439DABD94A2FB5F970" ma:contentTypeVersion="7" ma:contentTypeDescription="Create a new document." ma:contentTypeScope="" ma:versionID="5db56e61081a2c4ceeb199024ff4ccdc">
  <xsd:schema xmlns:xsd="http://www.w3.org/2001/XMLSchema" xmlns:xs="http://www.w3.org/2001/XMLSchema" xmlns:p="http://schemas.microsoft.com/office/2006/metadata/properties" xmlns:ns3="1beddbdd-2cfb-4185-89ce-ec7f694b1e6e" xmlns:ns4="f2ee1535-fef5-41c3-a1ee-2257e0eee339" targetNamespace="http://schemas.microsoft.com/office/2006/metadata/properties" ma:root="true" ma:fieldsID="4704216e5f77607bdf97a8fe4f6bb44e" ns3:_="" ns4:_="">
    <xsd:import namespace="1beddbdd-2cfb-4185-89ce-ec7f694b1e6e"/>
    <xsd:import namespace="f2ee1535-fef5-41c3-a1ee-2257e0eee33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eddbdd-2cfb-4185-89ce-ec7f694b1e6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ee1535-fef5-41c3-a1ee-2257e0eee33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2ee1535-fef5-41c3-a1ee-2257e0eee339" xsi:nil="true"/>
  </documentManagement>
</p:properties>
</file>

<file path=customXml/itemProps1.xml><?xml version="1.0" encoding="utf-8"?>
<ds:datastoreItem xmlns:ds="http://schemas.openxmlformats.org/officeDocument/2006/customXml" ds:itemID="{962E93F3-BDCB-4872-AF60-87F166DEEA21}">
  <ds:schemaRefs>
    <ds:schemaRef ds:uri="http://schemas.microsoft.com/sharepoint/v3/contenttype/forms"/>
  </ds:schemaRefs>
</ds:datastoreItem>
</file>

<file path=customXml/itemProps2.xml><?xml version="1.0" encoding="utf-8"?>
<ds:datastoreItem xmlns:ds="http://schemas.openxmlformats.org/officeDocument/2006/customXml" ds:itemID="{61F85564-A14D-48D9-B5A0-86BA58ED3AA6}">
  <ds:schemaRefs>
    <ds:schemaRef ds:uri="1beddbdd-2cfb-4185-89ce-ec7f694b1e6e"/>
    <ds:schemaRef ds:uri="f2ee1535-fef5-41c3-a1ee-2257e0eee3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08EFD5D-EF8B-4834-A18F-8D9C57A2D25A}">
  <ds:schemaRefs>
    <ds:schemaRef ds:uri="http://purl.org/dc/dcmitype/"/>
    <ds:schemaRef ds:uri="http://schemas.microsoft.com/office/2006/documentManagement/types"/>
    <ds:schemaRef ds:uri="http://schemas.microsoft.com/office/infopath/2007/PartnerControls"/>
    <ds:schemaRef ds:uri="f2ee1535-fef5-41c3-a1ee-2257e0eee339"/>
    <ds:schemaRef ds:uri="http://purl.org/dc/terms/"/>
    <ds:schemaRef ds:uri="http://purl.org/dc/elements/1.1/"/>
    <ds:schemaRef ds:uri="http://schemas.openxmlformats.org/package/2006/metadata/core-properties"/>
    <ds:schemaRef ds:uri="1beddbdd-2cfb-4185-89ce-ec7f694b1e6e"/>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892</TotalTime>
  <Words>1347</Words>
  <Application>Microsoft Office PowerPoint</Application>
  <PresentationFormat>On-screen Show (16:9)</PresentationFormat>
  <Paragraphs>141</Paragraphs>
  <Slides>37</Slides>
  <Notes>37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Anaheim</vt:lpstr>
      <vt:lpstr>Arial</vt:lpstr>
      <vt:lpstr>Bebas Neue</vt:lpstr>
      <vt:lpstr>Calibri</vt:lpstr>
      <vt:lpstr>Lexend Deca</vt:lpstr>
      <vt:lpstr>Lexend Deca Light</vt:lpstr>
      <vt:lpstr>Nunito Light</vt:lpstr>
      <vt:lpstr>Times New Roman</vt:lpstr>
      <vt:lpstr>Flying Airplane Theme by Slidesgo</vt:lpstr>
      <vt:lpstr>FLIGHT MANAGEMENT SYSTEM</vt:lpstr>
      <vt:lpstr>PowerPoint Presentation</vt:lpstr>
      <vt:lpstr>table of contents</vt:lpstr>
      <vt:lpstr>Abstract / summary</vt:lpstr>
      <vt:lpstr>PowerPoint Presentation</vt:lpstr>
      <vt:lpstr>Introduction</vt:lpstr>
      <vt:lpstr>introduction</vt:lpstr>
      <vt:lpstr>Problem statment</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and discussion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conclusion</vt:lpstr>
      <vt:lpstr>refrences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Flying Airplane Theme</dc:title>
  <dc:creator>dania abuhassnah</dc:creator>
  <cp:lastModifiedBy>دانيا خالد احمد ابو حسنه</cp:lastModifiedBy>
  <cp:revision>11</cp:revision>
  <dcterms:modified xsi:type="dcterms:W3CDTF">2023-12-13T09:55:21Z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0x010100366BB69C3230DD439DABD94A2FB5F970</vt:lpwstr>
  </property>
</Properties>
</file>